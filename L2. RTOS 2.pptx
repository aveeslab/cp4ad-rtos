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17" r:id="rId2"/>
    <p:sldId id="1819" r:id="rId3"/>
    <p:sldId id="1820" r:id="rId4"/>
    <p:sldId id="1760" r:id="rId5"/>
    <p:sldId id="1770" r:id="rId6"/>
    <p:sldId id="1766" r:id="rId7"/>
    <p:sldId id="1768" r:id="rId8"/>
    <p:sldId id="1771" r:id="rId9"/>
    <p:sldId id="1769" r:id="rId10"/>
    <p:sldId id="1780" r:id="rId11"/>
    <p:sldId id="1789" r:id="rId12"/>
    <p:sldId id="1690" r:id="rId13"/>
    <p:sldId id="1817" r:id="rId14"/>
    <p:sldId id="1353" r:id="rId15"/>
    <p:sldId id="1693" r:id="rId16"/>
    <p:sldId id="1695" r:id="rId17"/>
    <p:sldId id="1355" r:id="rId18"/>
    <p:sldId id="1692" r:id="rId19"/>
    <p:sldId id="1356" r:id="rId20"/>
    <p:sldId id="1818" r:id="rId21"/>
    <p:sldId id="1809" r:id="rId22"/>
    <p:sldId id="1808" r:id="rId23"/>
    <p:sldId id="1810" r:id="rId24"/>
    <p:sldId id="1814" r:id="rId25"/>
    <p:sldId id="1811" r:id="rId26"/>
    <p:sldId id="1647" r:id="rId27"/>
    <p:sldId id="1807" r:id="rId28"/>
    <p:sldId id="416" r:id="rId29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83"/>
    <p:restoredTop sz="78885" autoAdjust="0"/>
  </p:normalViewPr>
  <p:slideViewPr>
    <p:cSldViewPr snapToGrid="0">
      <p:cViewPr varScale="1">
        <p:scale>
          <a:sx n="86" d="100"/>
          <a:sy n="86" d="100"/>
        </p:scale>
        <p:origin x="20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0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EE58BA0-99CC-4A05-8840-957D99EE7CC8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79CD858-6556-4886-9903-45E9B7BDF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01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923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74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14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227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91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688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9015-508F-18B5-5411-273483C2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268D09-CFCF-28ED-6012-E1CDAA87E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FEA6C5-35A7-C603-3255-EFEB93C06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CFC62-FC45-0E6B-5FB8-CA4E4B44E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784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00D2-7912-1CCD-8094-A320F2E8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DCA37C-0D82-6BC8-E048-A4300B1F0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63A96-19A8-C2A2-8CF8-923758132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43F5F8-A978-7D97-EA14-C57E7481F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093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1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83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360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60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84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86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84591-6BBF-4740-BA7D-5D01120834FA}"/>
              </a:ext>
            </a:extLst>
          </p:cNvPr>
          <p:cNvSpPr/>
          <p:nvPr userDrawn="1"/>
        </p:nvSpPr>
        <p:spPr>
          <a:xfrm>
            <a:off x="152400" y="152401"/>
            <a:ext cx="11875911" cy="654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B5012-A287-4018-A514-B24F41023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857993-A09A-4126-9EDC-8B0DFF245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98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F9E4A0D-49C2-42B0-A6FA-716E3679A5EC}"/>
              </a:ext>
            </a:extLst>
          </p:cNvPr>
          <p:cNvSpPr/>
          <p:nvPr userDrawn="1"/>
        </p:nvSpPr>
        <p:spPr>
          <a:xfrm>
            <a:off x="0" y="1"/>
            <a:ext cx="12192000" cy="879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5F8DE87-3981-4835-BA81-7516A4F6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1" y="66261"/>
            <a:ext cx="11525958" cy="759791"/>
          </a:xfrm>
        </p:spPr>
        <p:txBody>
          <a:bodyPr>
            <a:normAutofit/>
          </a:bodyPr>
          <a:lstStyle>
            <a:lvl1pPr>
              <a:defRPr sz="3600" b="1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5A49C19-B60A-4383-8613-4E331113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–"/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076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317B9-517E-4B88-8090-98A079B5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48D0B9-C08E-4607-BA41-75748F6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B6032-E91C-4A61-996B-228013A4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312F5-2EBC-4618-B7BE-9A394913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F7AFB-AE22-43C2-9D23-0D7C4745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962DF-0D26-4826-AB20-50F26068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D4051-82D3-4F03-B01E-05BE9202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6BFB0-3D84-4D85-A2FE-4EA4554C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19191-139E-4BBB-A244-53732E95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FE5A1-DD8A-4FC0-8494-80CF0426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E24850-CD82-40AC-B029-B5265ADB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7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F2DB7-A9DA-48B4-A5D5-177E997D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55771-C12F-4911-B6E4-281B68A7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5015E-669A-4E10-AE7E-28DB16BCF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12414-D000-48D4-B239-2C983868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7F0A59-2672-4B02-81B9-F97F57573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858005-1833-4D56-91AC-B6572421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C5BB12-7A62-4725-BAE7-0F3B13FC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164073-4E1C-418B-BDE8-889F642A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9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22BC-F610-4F8B-9385-66E31607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14A4C7-C141-49E7-A1BB-2F95189D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CD473E-42F1-4F55-915E-A3465E37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AAA17-EB0D-4C5B-B741-721BFE78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7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EA4825-C459-4782-B844-F92EAB0E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1FCB79-E800-479A-86F9-13637409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27B4A-C3F3-4CC8-A0CD-BF0B7588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8404-2048-49DA-B99B-B306800D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BF520-EAF7-465C-A19F-EB9F95D41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BC155-1F4F-4193-9C31-B1AF5277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7C1A3-160A-4F01-ACAD-8B7867EA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617D2-5681-44C6-A5C9-F5294A1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0E253-9CF0-4393-A633-EA111A58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6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AA9B8-58B1-4303-B56E-EAD463DF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85D859-4353-4C03-AD1E-EFCBBCBD2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E48EC-54AC-4637-BD9A-C77580232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293E-956A-42D1-B126-CC580F5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6D1D6-CB8A-4708-A2AB-693A3381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A6F2B-360B-4DF5-AD16-29DF785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51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38EAF-CDB0-40A7-944E-3961DD1F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7EE745-6F13-4971-AFFB-7BD8BAEB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1D5CD-4D74-4E7C-9CD5-F76350C5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70AD1-8FF2-4374-9A5F-3091D7B0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F8A54-43B2-4693-979B-0F057EEE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EE9C84-DA2B-441E-991D-1A3628829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DE432-7C65-44AA-91C5-1A7B3BCB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BA8DE-0E5A-4788-A828-2E847FA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3ECD5-691B-40F7-B9B4-960CA653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E1335-2039-44F9-BDC5-C1A39E4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1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4B4693-BA04-4F25-9EA4-8C8012C5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3BC42-FDA3-451C-8556-4D6F0F26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1DD2F-DA92-4141-9743-7A21783B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0F60-B2E2-498A-83E6-63380256C8C3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5E52B4-5278-4A57-A4E5-E15BA6773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1C925-084E-477E-88EA-A9DE8260B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9C9F9-2DC3-4CA6-8300-4EC664A9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022"/>
            <a:ext cx="12192000" cy="6832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 Platform for </a:t>
            </a:r>
            <a:r>
              <a:rPr lang="en-US" altLang="ko-KR" sz="3200" b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Autonomous Driving (CP4AD)</a:t>
            </a:r>
            <a:endParaRPr lang="ko-KR" altLang="en-US" sz="32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4E9F5EA-9BF0-46A4-80A5-798889956367}"/>
              </a:ext>
            </a:extLst>
          </p:cNvPr>
          <p:cNvSpPr txBox="1">
            <a:spLocks/>
          </p:cNvSpPr>
          <p:nvPr/>
        </p:nvSpPr>
        <p:spPr>
          <a:xfrm>
            <a:off x="149525" y="3466423"/>
            <a:ext cx="11892950" cy="222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Jong-Chan Kim</a:t>
            </a:r>
          </a:p>
          <a:p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Dept. Automobile and IT Convergence</a:t>
            </a:r>
          </a:p>
        </p:txBody>
      </p:sp>
      <p:pic>
        <p:nvPicPr>
          <p:cNvPr id="4" name="Picture 2" descr="국민대 로고에 대한 이미지 검색결과">
            <a:extLst>
              <a:ext uri="{FF2B5EF4-FFF2-40B4-BE49-F238E27FC236}">
                <a16:creationId xmlns:a16="http://schemas.microsoft.com/office/drawing/2014/main" id="{211E4524-29E4-46C2-A840-31FB4E81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34" y="5297119"/>
            <a:ext cx="3293532" cy="11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48B6F5C-B11E-453C-B22B-387645246A50}"/>
              </a:ext>
            </a:extLst>
          </p:cNvPr>
          <p:cNvSpPr txBox="1">
            <a:spLocks/>
          </p:cNvSpPr>
          <p:nvPr/>
        </p:nvSpPr>
        <p:spPr>
          <a:xfrm>
            <a:off x="149525" y="1229126"/>
            <a:ext cx="1189209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400" b="1" dirty="0">
                <a:latin typeface="Tahoma" panose="020B0604030504040204" pitchFamily="34" charset="0"/>
                <a:cs typeface="Tahoma" panose="020B0604030504040204" pitchFamily="34" charset="0"/>
              </a:rPr>
              <a:t>L2.</a:t>
            </a:r>
            <a:r>
              <a:rPr lang="ko-KR" altLang="en-US" sz="4400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4400" b="1" dirty="0">
                <a:latin typeface="Tahoma" panose="020B0604030504040204" pitchFamily="34" charset="0"/>
                <a:cs typeface="Tahoma" panose="020B0604030504040204" pitchFamily="34" charset="0"/>
              </a:rPr>
              <a:t>RTOS</a:t>
            </a:r>
            <a:r>
              <a:rPr lang="ko-KR" altLang="en-US" sz="4400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4400" b="1" dirty="0">
                <a:latin typeface="Tahoma" panose="020B0604030504040204" pitchFamily="34" charset="0"/>
                <a:cs typeface="Tahoma" panose="020B0604030504040204" pitchFamily="34" charset="0"/>
              </a:rPr>
              <a:t>#2</a:t>
            </a:r>
            <a:endParaRPr lang="ko-KR" altLang="en-US" sz="4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9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786CA-3D8F-EADB-51B8-8AEFD177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FFE40-D9F5-4A03-68C3-794F014D8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preference_avr8__path_for_Arduino_sdk </a:t>
            </a:r>
            <a:r>
              <a:rPr lang="ko-KR" altLang="en-US" dirty="0"/>
              <a:t>오류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make config </a:t>
            </a:r>
            <a:r>
              <a:rPr lang="ko-KR" altLang="en-US" dirty="0"/>
              <a:t>이전에 </a:t>
            </a:r>
            <a:r>
              <a:rPr lang="en-US" altLang="ko-KR" dirty="0"/>
              <a:t>make</a:t>
            </a:r>
            <a:r>
              <a:rPr lang="ko-KR" altLang="en-US" dirty="0"/>
              <a:t>를 실행 시 발생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en-US" altLang="ko-KR" dirty="0" err="1"/>
              <a:t>makefile</a:t>
            </a:r>
            <a:r>
              <a:rPr lang="ko-KR" altLang="en-US" dirty="0"/>
              <a:t>에서 </a:t>
            </a:r>
            <a:r>
              <a:rPr lang="en-US" altLang="ko-KR" dirty="0"/>
              <a:t>12</a:t>
            </a:r>
            <a:r>
              <a:rPr lang="ko-KR" altLang="en-US" dirty="0"/>
              <a:t>번째 줄 수정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“C:\Arduino”/</a:t>
            </a:r>
            <a:r>
              <a:rPr lang="en-US" altLang="ko-KR" dirty="0" err="1"/>
              <a:t>cygpath</a:t>
            </a:r>
            <a:r>
              <a:rPr lang="en-US" altLang="ko-KR" dirty="0"/>
              <a:t> -&gt; “”/</a:t>
            </a:r>
            <a:r>
              <a:rPr lang="en-US" altLang="ko-KR" dirty="0" err="1"/>
              <a:t>cygpath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B6A8FC-3638-EE6E-6B98-7FE0FD840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42" y="1521352"/>
            <a:ext cx="11424237" cy="356253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C6712F8-F904-D81E-CDE6-F9C307C47BF7}"/>
              </a:ext>
            </a:extLst>
          </p:cNvPr>
          <p:cNvSpPr/>
          <p:nvPr/>
        </p:nvSpPr>
        <p:spPr>
          <a:xfrm>
            <a:off x="6720467" y="3679902"/>
            <a:ext cx="4936273" cy="3160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41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786CA-3D8F-EADB-51B8-8AEFD177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FFE40-D9F5-4A03-68C3-794F014D8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업로드 오류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dirty="0"/>
              <a:t>지정된 파일을 찾을 수 없습니다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-&gt; COM </a:t>
            </a:r>
            <a:r>
              <a:rPr lang="ko-KR" altLang="en-US" dirty="0"/>
              <a:t>포트 번호 확인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dirty="0"/>
              <a:t>액세스가 거부되었습니다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시리얼 모니터 종료 후 다시 업로드 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dirty="0"/>
              <a:t>파일 수정 후 </a:t>
            </a:r>
            <a:r>
              <a:rPr lang="en-US" altLang="ko-KR" dirty="0"/>
              <a:t>“</a:t>
            </a:r>
            <a:r>
              <a:rPr lang="ko-KR" altLang="en-US" dirty="0"/>
              <a:t>저장</a:t>
            </a:r>
            <a:r>
              <a:rPr lang="en-US" altLang="ko-KR" dirty="0"/>
              <a:t>”</a:t>
            </a:r>
            <a:r>
              <a:rPr lang="ko-KR" altLang="en-US" dirty="0"/>
              <a:t> 확인</a:t>
            </a:r>
            <a:r>
              <a:rPr lang="en-US" altLang="ko-KR" dirty="0"/>
              <a:t>, </a:t>
            </a:r>
            <a:r>
              <a:rPr lang="ko-KR" altLang="en-US" dirty="0"/>
              <a:t>저장이 안될 시 오류 발생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en-US" altLang="ko-KR" dirty="0" err="1"/>
              <a:t>makefile</a:t>
            </a:r>
            <a:r>
              <a:rPr lang="en-US" altLang="ko-KR" dirty="0"/>
              <a:t> </a:t>
            </a:r>
            <a:r>
              <a:rPr lang="ko-KR" altLang="en-US" dirty="0"/>
              <a:t>각 프로젝트마다 수정 필요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578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06. Alarm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OIL</a:t>
            </a:r>
            <a:r>
              <a:rPr kumimoji="1" lang="ko-Kore-KR" altLang="en-US" dirty="0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COUNTER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ALARM </a:t>
            </a:r>
            <a:r>
              <a:rPr kumimoji="1" lang="ko-KR" altLang="en-US" dirty="0"/>
              <a:t>추가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69C55-4A34-5F68-0412-D48C9BDE8DB3}"/>
              </a:ext>
            </a:extLst>
          </p:cNvPr>
          <p:cNvSpPr txBox="1"/>
          <p:nvPr/>
        </p:nvSpPr>
        <p:spPr>
          <a:xfrm>
            <a:off x="333021" y="1620982"/>
            <a:ext cx="5333488" cy="50232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counter1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MINCYCLE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MAXALLOWEDVALUE = 127;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TICKSPERBASE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  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ALARM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alarm1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counter1;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ACTION = ACTIVATETASK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Task1;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AUTOSTART = TRUE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ALARMTIME = 5;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CYCLETIME = 10;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  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C2925-60CA-9819-034F-9718D1186755}"/>
              </a:ext>
            </a:extLst>
          </p:cNvPr>
          <p:cNvSpPr txBox="1"/>
          <p:nvPr/>
        </p:nvSpPr>
        <p:spPr>
          <a:xfrm>
            <a:off x="6525491" y="1620982"/>
            <a:ext cx="5333488" cy="50232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ALARM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alarm2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counter1;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ACTION = ACTIVATETASK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Task2;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AUTOSTART = TRUE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ALARMTIME = 5;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CYCLETIME = 20;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6B5EF-51C9-4097-0FCC-1287A7AB1C12}"/>
              </a:ext>
            </a:extLst>
          </p:cNvPr>
          <p:cNvSpPr txBox="1"/>
          <p:nvPr/>
        </p:nvSpPr>
        <p:spPr>
          <a:xfrm>
            <a:off x="2308419" y="1344307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01BA4-0CA0-E03D-0909-FD479A87D5B3}"/>
              </a:ext>
            </a:extLst>
          </p:cNvPr>
          <p:cNvSpPr txBox="1"/>
          <p:nvPr/>
        </p:nvSpPr>
        <p:spPr>
          <a:xfrm>
            <a:off x="8894030" y="1344307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44635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06. Alarm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TimerISR</a:t>
            </a:r>
            <a:r>
              <a:rPr kumimoji="1" lang="ko-Kore-KR" altLang="en-US" dirty="0"/>
              <a:t>에서</a:t>
            </a:r>
            <a:r>
              <a:rPr kumimoji="1" lang="ko-KR" altLang="en-US" dirty="0"/>
              <a:t> </a:t>
            </a:r>
            <a:r>
              <a:rPr kumimoji="1" lang="en-US" altLang="ko-KR" dirty="0"/>
              <a:t>counter1 </a:t>
            </a:r>
            <a:r>
              <a:rPr kumimoji="1" lang="ko-KR" altLang="en-US" dirty="0"/>
              <a:t>증가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0D261-308D-7851-B67A-A97F2ACA5794}"/>
              </a:ext>
            </a:extLst>
          </p:cNvPr>
          <p:cNvSpPr txBox="1"/>
          <p:nvPr/>
        </p:nvSpPr>
        <p:spPr>
          <a:xfrm>
            <a:off x="333022" y="1620982"/>
            <a:ext cx="4987124" cy="50232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-4;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IncrementCounter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(counter1);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635BE-F527-3540-3D53-E5DE23317870}"/>
              </a:ext>
            </a:extLst>
          </p:cNvPr>
          <p:cNvSpPr txBox="1"/>
          <p:nvPr/>
        </p:nvSpPr>
        <p:spPr>
          <a:xfrm>
            <a:off x="5444836" y="1620982"/>
            <a:ext cx="6040583" cy="50232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165F5-4477-982A-D21F-EAD04FB5F6B1}"/>
              </a:ext>
            </a:extLst>
          </p:cNvPr>
          <p:cNvSpPr txBox="1"/>
          <p:nvPr/>
        </p:nvSpPr>
        <p:spPr>
          <a:xfrm>
            <a:off x="2432441" y="1297817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ECA01C-4EDE-1E47-704C-F2680994ECC8}"/>
              </a:ext>
            </a:extLst>
          </p:cNvPr>
          <p:cNvSpPr txBox="1"/>
          <p:nvPr/>
        </p:nvSpPr>
        <p:spPr>
          <a:xfrm>
            <a:off x="8070984" y="1297817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0907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06. Alarm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4686441"/>
          </a:xfrm>
        </p:spPr>
        <p:txBody>
          <a:bodyPr/>
          <a:lstStyle/>
          <a:p>
            <a:r>
              <a:rPr kumimoji="1" lang="en-US" altLang="ko-Kore-KR" dirty="0"/>
              <a:t>Alarm</a:t>
            </a:r>
            <a:r>
              <a:rPr kumimoji="1" lang="ko-KR" altLang="en-US" dirty="0"/>
              <a:t>을 이용한 주기적 </a:t>
            </a:r>
            <a:r>
              <a:rPr kumimoji="1" lang="en-US" altLang="ko-KR" dirty="0"/>
              <a:t>Task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0F009F-202C-4D7D-B1EB-8DF623ED7A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975"/>
          <a:stretch/>
        </p:blipFill>
        <p:spPr>
          <a:xfrm>
            <a:off x="3409104" y="1685153"/>
            <a:ext cx="5373791" cy="474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37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07. Event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26DCC-8BB3-F1F4-9DA5-05F0ACFB8CBA}"/>
              </a:ext>
            </a:extLst>
          </p:cNvPr>
          <p:cNvSpPr txBox="1"/>
          <p:nvPr/>
        </p:nvSpPr>
        <p:spPr>
          <a:xfrm>
            <a:off x="333021" y="1015996"/>
            <a:ext cx="5236506" cy="5628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CPU_DATA = AVR8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MULTI_STACK =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Event1 { MASK = </a:t>
            </a:r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Event2 { MASK = </a:t>
            </a:r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}; 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Task2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PRIORITY = 2;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STACK = PRIVATE {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SIZE = 512;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SCHEDULE = FULL;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EVENT = Ev</a:t>
            </a:r>
            <a:r>
              <a:rPr lang="en-US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ent1;</a:t>
            </a:r>
          </a:p>
          <a:p>
            <a:r>
              <a:rPr lang="en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EVENT = Ev</a:t>
            </a:r>
            <a:r>
              <a:rPr lang="en-US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ent2;</a:t>
            </a:r>
            <a:endParaRPr lang="en" altLang="ko-Kore-KR" sz="2000" dirty="0">
              <a:solidFill>
                <a:srgbClr val="FF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67B72-9CD9-AF21-B5B2-D64FCDBF9F63}"/>
              </a:ext>
            </a:extLst>
          </p:cNvPr>
          <p:cNvSpPr txBox="1"/>
          <p:nvPr/>
        </p:nvSpPr>
        <p:spPr>
          <a:xfrm>
            <a:off x="5666509" y="1015996"/>
            <a:ext cx="6192470" cy="5628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DisableAllInterrupts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((PINC &amp; 0x01) != 0)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"&lt;BUTTON ISR&gt;"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a0 =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analogRead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(A0);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read ADC value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50) {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UP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(Task2, Event1);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200) {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DOWN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(Task2, Event2);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380) {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LEFT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520) {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RIGHT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EnableAllInterrupts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E326B-82ED-EE5B-54A1-9423546DDE0E}"/>
              </a:ext>
            </a:extLst>
          </p:cNvPr>
          <p:cNvSpPr txBox="1"/>
          <p:nvPr/>
        </p:nvSpPr>
        <p:spPr>
          <a:xfrm>
            <a:off x="8368601" y="664469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C2595-89B0-9968-1A40-E0EFF85D673E}"/>
              </a:ext>
            </a:extLst>
          </p:cNvPr>
          <p:cNvSpPr txBox="1"/>
          <p:nvPr/>
        </p:nvSpPr>
        <p:spPr>
          <a:xfrm>
            <a:off x="2435354" y="664468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05124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07. Event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6344B-B695-D1B3-8412-1214B2C823F0}"/>
              </a:ext>
            </a:extLst>
          </p:cNvPr>
          <p:cNvSpPr txBox="1"/>
          <p:nvPr/>
        </p:nvSpPr>
        <p:spPr>
          <a:xfrm>
            <a:off x="333021" y="1026136"/>
            <a:ext cx="5839179" cy="56513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EventMaskType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mask;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Waits..."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WaitEvent(Event1 | Event2);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Wakes Up..."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(Task2, &amp;mask);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(mask &amp; Event1)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"[Event1]"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ClearEvent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(Event1);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(mask &amp; Event2)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"[Event2]"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ClearEvent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(Event2);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016AE-B5A5-39A8-934B-B5297617B1E2}"/>
              </a:ext>
            </a:extLst>
          </p:cNvPr>
          <p:cNvSpPr txBox="1"/>
          <p:nvPr/>
        </p:nvSpPr>
        <p:spPr>
          <a:xfrm>
            <a:off x="6245448" y="1026136"/>
            <a:ext cx="5613531" cy="56513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endParaRPr lang="en" altLang="ko-Kore-KR" sz="200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printfSerial(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TerminateTask();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ISR2(TimerISR)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c = -4;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(c == 0) {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ActivateTask(Task1);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printfSerial("\n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%4ld: 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, c++);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BF432-56E0-A871-32DC-941FC8A7D71A}"/>
              </a:ext>
            </a:extLst>
          </p:cNvPr>
          <p:cNvSpPr txBox="1"/>
          <p:nvPr/>
        </p:nvSpPr>
        <p:spPr>
          <a:xfrm>
            <a:off x="2721307" y="702971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73013-BA98-309C-AB31-F6CEACF54D0A}"/>
              </a:ext>
            </a:extLst>
          </p:cNvPr>
          <p:cNvSpPr txBox="1"/>
          <p:nvPr/>
        </p:nvSpPr>
        <p:spPr>
          <a:xfrm>
            <a:off x="8779207" y="702971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59548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0B7C612-7E4C-2DE4-238D-300510BC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22" y="2436724"/>
            <a:ext cx="5542997" cy="33575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07. Event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ClearEvent</a:t>
            </a:r>
            <a:r>
              <a:rPr kumimoji="1" lang="ko-KR" altLang="en-US" dirty="0"/>
              <a:t>는 왜 필요한가</a:t>
            </a:r>
            <a:r>
              <a:rPr kumimoji="1" lang="en-US" altLang="ko-KR" dirty="0"/>
              <a:t>?</a:t>
            </a:r>
          </a:p>
          <a:p>
            <a:r>
              <a:rPr kumimoji="1" lang="ko-Kore-KR" altLang="en-US" dirty="0"/>
              <a:t>우선순위</a:t>
            </a:r>
            <a:r>
              <a:rPr kumimoji="1" lang="ko-KR" altLang="en-US" dirty="0"/>
              <a:t> 반대의 경우 </a:t>
            </a:r>
            <a:r>
              <a:rPr kumimoji="1" lang="ko-KR" altLang="en-US" dirty="0" err="1"/>
              <a:t>스케쥴링</a:t>
            </a:r>
            <a:endParaRPr kumimoji="1" lang="ko-Kore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499432-181A-22DC-83F8-EC7E1910AD6C}"/>
              </a:ext>
            </a:extLst>
          </p:cNvPr>
          <p:cNvSpPr/>
          <p:nvPr/>
        </p:nvSpPr>
        <p:spPr>
          <a:xfrm>
            <a:off x="639495" y="5179925"/>
            <a:ext cx="3580813" cy="170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67D4DA-E873-8A0F-7D98-9697A22F5F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29"/>
          <a:stretch/>
        </p:blipFill>
        <p:spPr>
          <a:xfrm>
            <a:off x="6315982" y="2436724"/>
            <a:ext cx="5542997" cy="33575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CB99B7-366E-C4F1-BCDA-EAEF0E534B29}"/>
              </a:ext>
            </a:extLst>
          </p:cNvPr>
          <p:cNvSpPr/>
          <p:nvPr/>
        </p:nvSpPr>
        <p:spPr>
          <a:xfrm>
            <a:off x="6648660" y="5179925"/>
            <a:ext cx="3580813" cy="170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48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5DD34-F630-C674-107E-509EB9AE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08. Alarm </a:t>
            </a:r>
            <a:r>
              <a:rPr kumimoji="1" lang="en-US" altLang="ko-Kore-KR" dirty="0" err="1"/>
              <a:t>SetEvent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EFB04-E77E-DE01-CC7E-D0C85025C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Alarm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SetEvent</a:t>
            </a:r>
            <a:r>
              <a:rPr kumimoji="1" lang="en-US" altLang="ko-KR" dirty="0"/>
              <a:t> Action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D8B06-7B16-55C6-4DB6-4AC4C524CB70}"/>
              </a:ext>
            </a:extLst>
          </p:cNvPr>
          <p:cNvSpPr txBox="1"/>
          <p:nvPr/>
        </p:nvSpPr>
        <p:spPr>
          <a:xfrm>
            <a:off x="333021" y="1626781"/>
            <a:ext cx="5236506" cy="50174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counter1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MINCYCLE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MAXALLOWEDVALUE = 127;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TICKSPERBASE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ALARM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alarm1 {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COUNTER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counter1;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ACTION = SETEVENT {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Task2;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Event1;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AUTOSTART = TRUE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ALARMTIME =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CYCLETIME =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DF672-A704-AF4F-24ED-58FF5049A2E7}"/>
              </a:ext>
            </a:extLst>
          </p:cNvPr>
          <p:cNvSpPr txBox="1"/>
          <p:nvPr/>
        </p:nvSpPr>
        <p:spPr>
          <a:xfrm>
            <a:off x="2435354" y="1436834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6BF32-298F-DCC2-F0E7-D69875D036BE}"/>
              </a:ext>
            </a:extLst>
          </p:cNvPr>
          <p:cNvSpPr txBox="1"/>
          <p:nvPr/>
        </p:nvSpPr>
        <p:spPr>
          <a:xfrm>
            <a:off x="6353659" y="1626780"/>
            <a:ext cx="5236506" cy="5017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ISR2(TimerISR)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-4;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 (c == 0) {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ActivateTask(Task1);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IncrementCounter(counter1);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printfSerial(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c++);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BCF834-9DC0-3D19-41A2-90DDCF3F7E79}"/>
              </a:ext>
            </a:extLst>
          </p:cNvPr>
          <p:cNvSpPr txBox="1"/>
          <p:nvPr/>
        </p:nvSpPr>
        <p:spPr>
          <a:xfrm>
            <a:off x="8607812" y="1431729"/>
            <a:ext cx="728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86278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66D3-0DAE-6679-81E8-2B15F010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07542-5C49-B301-7681-F9C010D8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08. Alarm </a:t>
            </a:r>
            <a:r>
              <a:rPr kumimoji="1" lang="en-US" altLang="ko-Kore-KR" dirty="0" err="1"/>
              <a:t>SetEvent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AC7C41-B513-6405-FD19-72CC6E07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Alarm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SetEvent</a:t>
            </a:r>
            <a:r>
              <a:rPr kumimoji="1" lang="en-US" altLang="ko-KR" dirty="0"/>
              <a:t> Action</a:t>
            </a:r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7F117E-63BF-8B6E-4A95-635CF2ADF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963" y="1564224"/>
            <a:ext cx="7252073" cy="424201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4452DB8-BCD8-6D0C-5B6A-3601EF42A964}"/>
              </a:ext>
            </a:extLst>
          </p:cNvPr>
          <p:cNvSpPr/>
          <p:nvPr/>
        </p:nvSpPr>
        <p:spPr>
          <a:xfrm>
            <a:off x="2775022" y="4925591"/>
            <a:ext cx="3449932" cy="183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1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7FB64-4743-4B81-FF61-2BA6F4EF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09-1. Loss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F2173-65AE-07E9-DABE-87130A735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공유 자원 접근으로 인한 </a:t>
            </a:r>
            <a:r>
              <a:rPr kumimoji="1" lang="en-US" altLang="ko-Kore-KR" dirty="0"/>
              <a:t>Data Loss </a:t>
            </a:r>
            <a:r>
              <a:rPr kumimoji="1" lang="ko-KR" altLang="en-US" dirty="0"/>
              <a:t>실험</a:t>
            </a:r>
            <a:endParaRPr kumimoji="1" lang="en-US" altLang="ko-KR" dirty="0"/>
          </a:p>
          <a:p>
            <a:r>
              <a:rPr kumimoji="1" lang="en-US" altLang="ko-Kore-KR" dirty="0"/>
              <a:t>Task1: Low priority, AUTOSTART</a:t>
            </a:r>
          </a:p>
          <a:p>
            <a:r>
              <a:rPr kumimoji="1" lang="en-US" altLang="ko-Kore-KR" dirty="0"/>
              <a:t>Task2: High priority, 1 </a:t>
            </a:r>
            <a:r>
              <a:rPr kumimoji="1" lang="en-US" altLang="ko-Kore-KR" dirty="0" err="1"/>
              <a:t>ms</a:t>
            </a:r>
            <a:r>
              <a:rPr kumimoji="1" lang="en-US" altLang="ko-Kore-KR" dirty="0"/>
              <a:t> </a:t>
            </a:r>
            <a:r>
              <a:rPr kumimoji="1" lang="ko-KR" altLang="en-US" dirty="0"/>
              <a:t>주기 실행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공유 전역 변수 </a:t>
            </a:r>
            <a:r>
              <a:rPr kumimoji="1" lang="en-US" altLang="ko-KR" dirty="0"/>
              <a:t>“shared”</a:t>
            </a:r>
          </a:p>
          <a:p>
            <a:pPr marL="0" indent="0">
              <a:buNone/>
            </a:pPr>
            <a:endParaRPr kumimoji="1" lang="en-US" altLang="ko-Kore-KR" dirty="0"/>
          </a:p>
          <a:p>
            <a:r>
              <a:rPr kumimoji="1" lang="en-US" altLang="ko-Kore-KR" dirty="0"/>
              <a:t>Task1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100</a:t>
            </a:r>
            <a:r>
              <a:rPr kumimoji="1" lang="ko-KR" altLang="en-US" dirty="0" err="1"/>
              <a:t>만번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shared++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Task1</a:t>
            </a:r>
            <a:r>
              <a:rPr kumimoji="1" lang="ko-KR" altLang="en-US" dirty="0"/>
              <a:t>이 한 번 실행되는 동시에 </a:t>
            </a:r>
            <a:r>
              <a:rPr kumimoji="1" lang="en-US" altLang="ko-KR" dirty="0"/>
              <a:t>Task2</a:t>
            </a:r>
            <a:r>
              <a:rPr kumimoji="1" lang="ko-KR" altLang="en-US" dirty="0"/>
              <a:t> </a:t>
            </a:r>
            <a:r>
              <a:rPr kumimoji="1" lang="en-US" altLang="ko-KR" dirty="0"/>
              <a:t>1000</a:t>
            </a:r>
            <a:r>
              <a:rPr kumimoji="1" lang="ko-KR" altLang="en-US" dirty="0"/>
              <a:t>번 실행하며 </a:t>
            </a:r>
            <a:r>
              <a:rPr kumimoji="1" lang="en-US" altLang="ko-KR" dirty="0"/>
              <a:t>shared++</a:t>
            </a:r>
          </a:p>
          <a:p>
            <a:r>
              <a:rPr kumimoji="1" lang="ko-KR" altLang="en-US" dirty="0"/>
              <a:t>양 쪽 태스크에서 더한 숫자가 모두 유지가 되는지 확인</a:t>
            </a:r>
            <a:endParaRPr kumimoji="1"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147187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F0CA-B022-16E8-94D1-2E57FD64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2CB95-CD20-AB3C-02B8-C7FCC184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09-1. Loss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6AB54-0E9F-3375-9224-41BB7E249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공유 전역변수 추가 및 타이머 주기 수정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5A368-AA5A-295F-5239-1242F1764F8B}"/>
              </a:ext>
            </a:extLst>
          </p:cNvPr>
          <p:cNvSpPr txBox="1"/>
          <p:nvPr/>
        </p:nvSpPr>
        <p:spPr>
          <a:xfrm>
            <a:off x="6525491" y="1620982"/>
            <a:ext cx="5333488" cy="50232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endParaRPr lang="en" altLang="ko-Kore-KR" sz="2000" b="1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b="1" dirty="0">
              <a:solidFill>
                <a:srgbClr val="7F00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#define TIMER1_US 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1000U </a:t>
            </a:r>
            <a:r>
              <a:rPr lang="en" altLang="ko-Kore-KR" sz="2000" dirty="0">
                <a:solidFill>
                  <a:schemeClr val="accent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1 msec*/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3F846B-9528-244B-BBB4-5A47B5096657}"/>
              </a:ext>
            </a:extLst>
          </p:cNvPr>
          <p:cNvSpPr txBox="1"/>
          <p:nvPr/>
        </p:nvSpPr>
        <p:spPr>
          <a:xfrm>
            <a:off x="809206" y="1620982"/>
            <a:ext cx="5236506" cy="5017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olatile unsigned long</a:t>
            </a:r>
            <a:r>
              <a:rPr lang="en" altLang="ko-Kore-KR" sz="20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shared = 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b="1" dirty="0">
                <a:solidFill>
                  <a:srgbClr val="7F00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1000000; i++) { 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shared++;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ko-Kore-K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1000) </a:t>
            </a:r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shared++;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967D82-C418-8C33-79CD-3C1D833E7D23}"/>
              </a:ext>
            </a:extLst>
          </p:cNvPr>
          <p:cNvSpPr txBox="1"/>
          <p:nvPr/>
        </p:nvSpPr>
        <p:spPr>
          <a:xfrm>
            <a:off x="3063359" y="1425931"/>
            <a:ext cx="728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736F1-7A31-5B56-2D2E-6417BB1251A1}"/>
              </a:ext>
            </a:extLst>
          </p:cNvPr>
          <p:cNvSpPr txBox="1"/>
          <p:nvPr/>
        </p:nvSpPr>
        <p:spPr>
          <a:xfrm>
            <a:off x="8699565" y="1430020"/>
            <a:ext cx="9853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bws.cpp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5536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AF500-E910-0972-DFD7-4A6EFD7C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09-1. Loss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24990-7548-64DD-D3C6-16E74F220036}"/>
              </a:ext>
            </a:extLst>
          </p:cNvPr>
          <p:cNvSpPr txBox="1"/>
          <p:nvPr/>
        </p:nvSpPr>
        <p:spPr>
          <a:xfrm>
            <a:off x="3708907" y="5611168"/>
            <a:ext cx="4774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1000000 + 1000 = 1000792 (???)</a:t>
            </a:r>
            <a:endParaRPr kumimoji="1" lang="ko-Kore-KR" altLang="en-US" sz="24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2EE8727-ADA1-2888-9F9C-C7AC0F06F8B9}"/>
              </a:ext>
            </a:extLst>
          </p:cNvPr>
          <p:cNvSpPr txBox="1">
            <a:spLocks/>
          </p:cNvSpPr>
          <p:nvPr/>
        </p:nvSpPr>
        <p:spPr>
          <a:xfrm>
            <a:off x="333021" y="1015999"/>
            <a:ext cx="11525958" cy="5628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ore-KR" dirty="0"/>
              <a:t>Resource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이용해서 </a:t>
            </a:r>
            <a:r>
              <a:rPr kumimoji="1" lang="en-US" altLang="ko-KR" dirty="0"/>
              <a:t>Integrity Loss </a:t>
            </a:r>
            <a:r>
              <a:rPr kumimoji="1" lang="ko-KR" altLang="en-US" dirty="0"/>
              <a:t>문제 해결</a:t>
            </a:r>
            <a:r>
              <a:rPr kumimoji="1" lang="en-US" altLang="ko-KR" dirty="0"/>
              <a:t> </a:t>
            </a:r>
            <a:r>
              <a:rPr kumimoji="1" lang="ko-KR" altLang="en-US" dirty="0"/>
              <a:t>필요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6F2030-D758-D6D3-FD8E-A8D33C735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431" y="2098236"/>
            <a:ext cx="9117138" cy="326465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76657ED-4A0B-39AC-AD69-07E14D1D02A7}"/>
              </a:ext>
            </a:extLst>
          </p:cNvPr>
          <p:cNvSpPr/>
          <p:nvPr/>
        </p:nvSpPr>
        <p:spPr>
          <a:xfrm>
            <a:off x="1747750" y="4024365"/>
            <a:ext cx="2768984" cy="693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18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502E3-C045-6BBE-6DDC-701638AA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09-2. No Loss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27F79-B4D6-29CE-B421-D8A19C171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OSEK</a:t>
            </a:r>
            <a:r>
              <a:rPr kumimoji="1" lang="ko-Kore-KR" altLang="en-US" dirty="0"/>
              <a:t>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RESOURCE </a:t>
            </a:r>
            <a:r>
              <a:rPr kumimoji="1" lang="ko-KR" altLang="en-US" dirty="0"/>
              <a:t>기능을 이용하여 </a:t>
            </a:r>
            <a:r>
              <a:rPr kumimoji="1" lang="en-US" altLang="ko-KR" dirty="0"/>
              <a:t>Data Loss </a:t>
            </a:r>
            <a:r>
              <a:rPr kumimoji="1" lang="ko-KR" altLang="en-US" dirty="0"/>
              <a:t>문제 해결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27C18-9D8D-1316-3EB2-4E76DD9A1AE0}"/>
              </a:ext>
            </a:extLst>
          </p:cNvPr>
          <p:cNvSpPr txBox="1"/>
          <p:nvPr/>
        </p:nvSpPr>
        <p:spPr>
          <a:xfrm>
            <a:off x="6525491" y="1620982"/>
            <a:ext cx="5333488" cy="50232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  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Task1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PRIORITY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STACK = SHARED;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SCHEDULE = FULL;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AUTOSTART = TRUE;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ACTIVATION = 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S1;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" altLang="ko-Kore-KR" sz="2000" b="1" dirty="0">
              <a:solidFill>
                <a:srgbClr val="FF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S1 {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RESOURCEPROPERTY = STANDARD;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" altLang="ko-Kore-K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917F9-C128-6C9C-3B41-FF1EE26E872C}"/>
              </a:ext>
            </a:extLst>
          </p:cNvPr>
          <p:cNvSpPr txBox="1"/>
          <p:nvPr/>
        </p:nvSpPr>
        <p:spPr>
          <a:xfrm>
            <a:off x="9499712" y="3476161"/>
            <a:ext cx="1824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Task2 </a:t>
            </a:r>
            <a:r>
              <a:rPr lang="ko-KR" altLang="en-US" sz="2000" b="1" dirty="0">
                <a:solidFill>
                  <a:srgbClr val="FF0000"/>
                </a:solidFill>
              </a:rPr>
              <a:t>에도</a:t>
            </a:r>
            <a:br>
              <a:rPr lang="en-US" altLang="ko-KR" sz="2000" b="1" dirty="0">
                <a:solidFill>
                  <a:srgbClr val="FF0000"/>
                </a:solidFill>
              </a:rPr>
            </a:br>
            <a:r>
              <a:rPr lang="ko-KR" altLang="en-US" sz="2000" b="1" dirty="0">
                <a:solidFill>
                  <a:srgbClr val="FF0000"/>
                </a:solidFill>
              </a:rPr>
              <a:t>동일하게 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87FED7-A512-0229-6A71-4579A94162F3}"/>
              </a:ext>
            </a:extLst>
          </p:cNvPr>
          <p:cNvSpPr txBox="1"/>
          <p:nvPr/>
        </p:nvSpPr>
        <p:spPr>
          <a:xfrm>
            <a:off x="809206" y="1620982"/>
            <a:ext cx="5236506" cy="5017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GetResource(S1);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shared++;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ReleaseResource(S1);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GetResource(S1);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    shared++;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ReleaseResource(S1);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799E9-6A22-5ED4-ECDE-0A826BDFC46E}"/>
              </a:ext>
            </a:extLst>
          </p:cNvPr>
          <p:cNvSpPr txBox="1"/>
          <p:nvPr/>
        </p:nvSpPr>
        <p:spPr>
          <a:xfrm>
            <a:off x="3063359" y="1425931"/>
            <a:ext cx="728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A4EDA-465F-7256-586E-116566B2AF50}"/>
              </a:ext>
            </a:extLst>
          </p:cNvPr>
          <p:cNvSpPr txBox="1"/>
          <p:nvPr/>
        </p:nvSpPr>
        <p:spPr>
          <a:xfrm>
            <a:off x="8746490" y="1425931"/>
            <a:ext cx="88862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1765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00B20-CD5C-C4BC-F77B-BA2432D9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09-2. No Loss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0827F-DBDC-FC9D-AC1F-14A7E07D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Data Integrity </a:t>
            </a:r>
            <a:r>
              <a:rPr kumimoji="1" lang="ko-Kore-KR" altLang="en-US" dirty="0"/>
              <a:t>문제</a:t>
            </a:r>
            <a:r>
              <a:rPr kumimoji="1" lang="ko-KR" altLang="en-US" dirty="0"/>
              <a:t> 해결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D7886-562D-983B-0ACE-8C2899E6DB30}"/>
              </a:ext>
            </a:extLst>
          </p:cNvPr>
          <p:cNvSpPr txBox="1"/>
          <p:nvPr/>
        </p:nvSpPr>
        <p:spPr>
          <a:xfrm>
            <a:off x="3771710" y="5611168"/>
            <a:ext cx="4648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1000000 + 1000 = 1001000 (!!!)</a:t>
            </a:r>
            <a:endParaRPr kumimoji="1" lang="ko-Kore-KR" altLang="en-US" sz="24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EE4182-3BF2-2AC9-F226-BBD3FC6B8C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5"/>
          <a:stretch/>
        </p:blipFill>
        <p:spPr>
          <a:xfrm>
            <a:off x="1537200" y="2098800"/>
            <a:ext cx="9117565" cy="32652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2794A9F-C9C5-8241-A834-7C1FBE41D00E}"/>
              </a:ext>
            </a:extLst>
          </p:cNvPr>
          <p:cNvSpPr/>
          <p:nvPr/>
        </p:nvSpPr>
        <p:spPr>
          <a:xfrm>
            <a:off x="1777838" y="4070684"/>
            <a:ext cx="2768400" cy="69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784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F8ECB0-3CB1-B0E5-5536-E546258FF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3111501"/>
          </a:xfrm>
        </p:spPr>
        <p:txBody>
          <a:bodyPr/>
          <a:lstStyle/>
          <a:p>
            <a:r>
              <a:rPr kumimoji="1" lang="en-US" altLang="ko-Kore-KR" dirty="0" err="1"/>
              <a:t>mutex.c</a:t>
            </a:r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BF1A08-02B2-DF1E-445A-957B47B3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10.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Priority Inversion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D721B-3EB3-B961-2EFD-1BE8D9FDCB2F}"/>
              </a:ext>
            </a:extLst>
          </p:cNvPr>
          <p:cNvSpPr txBox="1"/>
          <p:nvPr/>
        </p:nvSpPr>
        <p:spPr>
          <a:xfrm>
            <a:off x="310441" y="1514619"/>
            <a:ext cx="5740399" cy="51274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ore-KR" sz="1400" dirty="0" err="1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ee.h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" altLang="ko-Kore-KR" sz="1400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ore-KR" sz="1400" dirty="0" err="1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bsw.h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" altLang="ko-Kore-KR" sz="1400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ore-KR" sz="1400" dirty="0" err="1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mutex.h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*mutex, 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EventMaskType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event)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UNLOCKED;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mutex-&gt;</a:t>
            </a:r>
            <a:r>
              <a:rPr lang="en" altLang="ko-Kore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waiting_task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event;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LOCKED) {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ko-Kore-KR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  --&gt;  </a:t>
            </a:r>
            <a:r>
              <a:rPr lang="en" altLang="ko-Kore-KR" sz="1400" dirty="0" err="1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BLock</a:t>
            </a:r>
            <a:r>
              <a:rPr lang="en" altLang="ko-Kore-KR" sz="14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ko-Kore-KR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GetTaskID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(&amp;(mutex-&gt;</a:t>
            </a:r>
            <a:r>
              <a:rPr lang="en" altLang="ko-Kore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waiting_task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ko-Kore-KR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WaitEvent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LOCKED;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14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B106E-2975-0FED-1B12-CAAE6ECF60E6}"/>
              </a:ext>
            </a:extLst>
          </p:cNvPr>
          <p:cNvSpPr txBox="1"/>
          <p:nvPr/>
        </p:nvSpPr>
        <p:spPr>
          <a:xfrm>
            <a:off x="6118580" y="1514619"/>
            <a:ext cx="5762979" cy="26924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LOCKED) {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UNLOCKED;</a:t>
            </a: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if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(mutex-&gt;</a:t>
            </a:r>
            <a:r>
              <a:rPr lang="en" altLang="ko-Kore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waiting_task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!= 0) {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ko-Kore-KR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SetEvent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(mutex-&gt;</a:t>
            </a:r>
            <a:r>
              <a:rPr lang="en" altLang="ko-Kore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waiting_task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mutex-&gt;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14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모서리가 둥근 사각형 설명선[R] 5">
            <a:extLst>
              <a:ext uri="{FF2B5EF4-FFF2-40B4-BE49-F238E27FC236}">
                <a16:creationId xmlns:a16="http://schemas.microsoft.com/office/drawing/2014/main" id="{D203923E-7C8B-A1C8-615A-9DD43EDDAFE7}"/>
              </a:ext>
            </a:extLst>
          </p:cNvPr>
          <p:cNvSpPr/>
          <p:nvPr/>
        </p:nvSpPr>
        <p:spPr>
          <a:xfrm>
            <a:off x="3036261" y="928869"/>
            <a:ext cx="2870200" cy="872414"/>
          </a:xfrm>
          <a:prstGeom prst="wedgeRoundRectCallout">
            <a:avLst>
              <a:gd name="adj1" fmla="val 28114"/>
              <a:gd name="adj2" fmla="val 11583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Waiting/Wakeup </a:t>
            </a:r>
            <a:r>
              <a:rPr kumimoji="1" lang="ko-KR" altLang="en-US" dirty="0"/>
              <a:t>을 위해 </a:t>
            </a:r>
            <a:r>
              <a:rPr kumimoji="1" lang="en-US" altLang="ko-KR" dirty="0"/>
              <a:t>Event </a:t>
            </a:r>
            <a:r>
              <a:rPr kumimoji="1" lang="ko-KR" altLang="en-US" dirty="0"/>
              <a:t>지정 필요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8FA83-AFDE-801A-4E82-4DF227FE05BD}"/>
              </a:ext>
            </a:extLst>
          </p:cNvPr>
          <p:cNvSpPr txBox="1"/>
          <p:nvPr/>
        </p:nvSpPr>
        <p:spPr>
          <a:xfrm>
            <a:off x="6186510" y="4969301"/>
            <a:ext cx="5627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2400" b="1" dirty="0">
                <a:solidFill>
                  <a:srgbClr val="FF0000"/>
                </a:solidFill>
              </a:rPr>
              <a:t>PCP 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없이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Mutex 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사용할 경우 문제점을</a:t>
            </a:r>
            <a:endParaRPr kumimoji="1" lang="en-US" altLang="ko-KR" sz="2400" b="1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sz="2400" b="1" dirty="0">
                <a:solidFill>
                  <a:srgbClr val="FF0000"/>
                </a:solidFill>
              </a:rPr>
              <a:t>확인하기 위한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Dummy 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구현</a:t>
            </a:r>
            <a:endParaRPr kumimoji="1" lang="ko-Kore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63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001D3-099D-5B96-ABAD-6C1D9B1E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10.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Priority Inversion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961EF-71CD-182D-C825-30B35ADC1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mutex.h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919BF-B8A9-EB3F-9CD8-B07E4B2DF358}"/>
              </a:ext>
            </a:extLst>
          </p:cNvPr>
          <p:cNvSpPr txBox="1"/>
          <p:nvPr/>
        </p:nvSpPr>
        <p:spPr>
          <a:xfrm>
            <a:off x="309600" y="1512000"/>
            <a:ext cx="7362342" cy="4626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" altLang="ko-Kore-KR" sz="1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ifndef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MUTEX_H_</a:t>
            </a: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#define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MUTEX_H_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#define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LOCKED   1</a:t>
            </a: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#define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UNLOCKED  0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en" altLang="ko-Kore-KR" sz="1400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int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" altLang="ko-Kore-KR" sz="1400" dirty="0">
              <a:solidFill>
                <a:srgbClr val="0000C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EventMaskType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" altLang="ko-Kore-KR" sz="1400" dirty="0">
              <a:solidFill>
                <a:srgbClr val="00503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TaskType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waiting_task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" altLang="ko-Kore-KR" sz="1400" dirty="0">
              <a:solidFill>
                <a:srgbClr val="0000C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*mutex, 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EventMaskType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event);</a:t>
            </a:r>
            <a:b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*mutex);</a:t>
            </a:r>
          </a:p>
          <a:p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b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ReleaseMutex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400" dirty="0" err="1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*mutex);</a:t>
            </a:r>
          </a:p>
          <a:p>
            <a:br>
              <a:rPr lang="en" altLang="ko-Kore-KR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" altLang="ko-Kore-KR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4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#endif</a:t>
            </a:r>
            <a:r>
              <a:rPr lang="en" altLang="ko-Kore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4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MUTEX_H_ */</a:t>
            </a:r>
          </a:p>
          <a:p>
            <a:endParaRPr lang="en" altLang="ko-Kore-KR" sz="14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09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3F701-06A1-514A-AC42-66A66C24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10. 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Priority Inversion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8B6C5E-C79E-2AEF-2CC8-5CBBA7BF5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Mutex </a:t>
            </a:r>
            <a:r>
              <a:rPr kumimoji="1" lang="ko-KR" altLang="en-US" dirty="0"/>
              <a:t>선언</a:t>
            </a:r>
            <a:endParaRPr kumimoji="1" lang="en-US" altLang="ko-KR" dirty="0"/>
          </a:p>
          <a:p>
            <a:r>
              <a:rPr kumimoji="1" lang="en-US" altLang="ko-Kore-KR" dirty="0"/>
              <a:t>Timer ISR </a:t>
            </a:r>
            <a:r>
              <a:rPr kumimoji="1" lang="ko-KR" altLang="en-US" dirty="0"/>
              <a:t>이용</a:t>
            </a:r>
            <a:endParaRPr kumimoji="1" lang="en-US" altLang="ko-KR" dirty="0"/>
          </a:p>
          <a:p>
            <a:pPr lvl="1"/>
            <a:r>
              <a:rPr kumimoji="1" lang="en-US" altLang="ko-Kore-KR" dirty="0"/>
              <a:t>Mutex </a:t>
            </a:r>
            <a:r>
              <a:rPr kumimoji="1" lang="ko-KR" altLang="en-US" dirty="0"/>
              <a:t>초기화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Task Activation</a:t>
            </a:r>
          </a:p>
          <a:p>
            <a:r>
              <a:rPr kumimoji="1" lang="en-US" altLang="ko-KR" dirty="0"/>
              <a:t>Mutex</a:t>
            </a:r>
            <a:r>
              <a:rPr kumimoji="1" lang="ko-KR" altLang="en-US" dirty="0"/>
              <a:t>의 동작 확인</a:t>
            </a:r>
            <a:endParaRPr kumimoji="1" lang="en-US" altLang="ko-KR" dirty="0"/>
          </a:p>
          <a:p>
            <a:pPr lvl="1"/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30EFA-8B29-9429-F240-F3453D7D0105}"/>
              </a:ext>
            </a:extLst>
          </p:cNvPr>
          <p:cNvSpPr txBox="1"/>
          <p:nvPr/>
        </p:nvSpPr>
        <p:spPr>
          <a:xfrm>
            <a:off x="4962879" y="1015999"/>
            <a:ext cx="6896100" cy="57757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M1;</a:t>
            </a:r>
            <a:endParaRPr lang="en" altLang="ko-Kore-KR" dirty="0">
              <a:solidFill>
                <a:srgbClr val="00503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dirty="0">
                <a:solidFill>
                  <a:srgbClr val="0050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M2;</a:t>
            </a:r>
            <a:endParaRPr lang="en" altLang="ko-Kore-KR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-5;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++c);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 == -4) {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InitMutex(&amp;</a:t>
            </a:r>
            <a:r>
              <a:rPr lang="en-US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M1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Event1);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(c == 0) {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TaskL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(c == 5) {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TaskH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 == 7) {</a:t>
            </a:r>
          </a:p>
          <a:p>
            <a:r>
              <a:rPr lang="en" altLang="ko-Kore-KR" dirty="0">
                <a:latin typeface="Consolas" panose="020B0609020204030204" pitchFamily="49" charset="0"/>
                <a:cs typeface="Consolas" panose="020B0609020204030204" pitchFamily="49" charset="0"/>
              </a:rPr>
              <a:t>        ActivateTask(TaskM);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ore-KR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280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BB4E-A63C-0A99-8131-FCADBBEF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F49FC3-C93D-B173-E1E9-266B370F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Mutex</a:t>
            </a:r>
            <a:r>
              <a:rPr kumimoji="1" lang="ko-KR" altLang="en-US" dirty="0"/>
              <a:t>를 활용하여 아래 스케쥴 재현하기</a:t>
            </a:r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472243-629A-9E9A-2D10-235F6D99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59" name="그룹 858">
            <a:extLst>
              <a:ext uri="{FF2B5EF4-FFF2-40B4-BE49-F238E27FC236}">
                <a16:creationId xmlns:a16="http://schemas.microsoft.com/office/drawing/2014/main" id="{FF917DFD-0163-DA27-1776-617FA14F9226}"/>
              </a:ext>
            </a:extLst>
          </p:cNvPr>
          <p:cNvGrpSpPr/>
          <p:nvPr/>
        </p:nvGrpSpPr>
        <p:grpSpPr>
          <a:xfrm>
            <a:off x="2857298" y="2445762"/>
            <a:ext cx="6477404" cy="2768683"/>
            <a:chOff x="333021" y="2445762"/>
            <a:chExt cx="6477404" cy="2768683"/>
          </a:xfrm>
        </p:grpSpPr>
        <p:grpSp>
          <p:nvGrpSpPr>
            <p:cNvPr id="860" name="그룹 859">
              <a:extLst>
                <a:ext uri="{FF2B5EF4-FFF2-40B4-BE49-F238E27FC236}">
                  <a16:creationId xmlns:a16="http://schemas.microsoft.com/office/drawing/2014/main" id="{7B0D29D6-0BCB-1131-CCE4-1E7B092E43EC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862" name="직선 화살표 연결선 861">
                <a:extLst>
                  <a:ext uri="{FF2B5EF4-FFF2-40B4-BE49-F238E27FC236}">
                    <a16:creationId xmlns:a16="http://schemas.microsoft.com/office/drawing/2014/main" id="{D6F08224-98C4-4735-A384-8E691998A05E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63" name="그룹 862">
                <a:extLst>
                  <a:ext uri="{FF2B5EF4-FFF2-40B4-BE49-F238E27FC236}">
                    <a16:creationId xmlns:a16="http://schemas.microsoft.com/office/drawing/2014/main" id="{0D64A38C-4FDB-4A6B-A981-55318AC31746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DA592FE0-4ACF-7F62-378F-B8FFA8054760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870" name="직선 화살표 연결선 869">
                  <a:extLst>
                    <a:ext uri="{FF2B5EF4-FFF2-40B4-BE49-F238E27FC236}">
                      <a16:creationId xmlns:a16="http://schemas.microsoft.com/office/drawing/2014/main" id="{4B710231-22AD-21C8-CEFA-B7119657AE0B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직선 화살표 연결선 870">
                  <a:extLst>
                    <a:ext uri="{FF2B5EF4-FFF2-40B4-BE49-F238E27FC236}">
                      <a16:creationId xmlns:a16="http://schemas.microsoft.com/office/drawing/2014/main" id="{E6747C92-7511-2CBF-75BC-31E04C0B9FC2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2" name="직선 화살표 연결선 871">
                  <a:extLst>
                    <a:ext uri="{FF2B5EF4-FFF2-40B4-BE49-F238E27FC236}">
                      <a16:creationId xmlns:a16="http://schemas.microsoft.com/office/drawing/2014/main" id="{8939F1ED-8D5E-3D46-0A19-B585D3C4CDBD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직선 화살표 연결선 872">
                  <a:extLst>
                    <a:ext uri="{FF2B5EF4-FFF2-40B4-BE49-F238E27FC236}">
                      <a16:creationId xmlns:a16="http://schemas.microsoft.com/office/drawing/2014/main" id="{EFEE3EC8-41A6-E9AF-2B77-9CAF90DB9DCF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4" name="직선 화살표 연결선 873">
                  <a:extLst>
                    <a:ext uri="{FF2B5EF4-FFF2-40B4-BE49-F238E27FC236}">
                      <a16:creationId xmlns:a16="http://schemas.microsoft.com/office/drawing/2014/main" id="{CA0FDBDF-F7DF-72D1-C255-43992E046898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직선 화살표 연결선 874">
                  <a:extLst>
                    <a:ext uri="{FF2B5EF4-FFF2-40B4-BE49-F238E27FC236}">
                      <a16:creationId xmlns:a16="http://schemas.microsoft.com/office/drawing/2014/main" id="{9478D60C-D7A2-555B-5DAA-437834CB8772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6" name="직선 화살표 연결선 875">
                  <a:extLst>
                    <a:ext uri="{FF2B5EF4-FFF2-40B4-BE49-F238E27FC236}">
                      <a16:creationId xmlns:a16="http://schemas.microsoft.com/office/drawing/2014/main" id="{807E230A-9628-AB03-8C21-9FF7FBC812A1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직선 화살표 연결선 876">
                  <a:extLst>
                    <a:ext uri="{FF2B5EF4-FFF2-40B4-BE49-F238E27FC236}">
                      <a16:creationId xmlns:a16="http://schemas.microsoft.com/office/drawing/2014/main" id="{DE746730-7F01-2227-637F-CABB78732D02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8" name="직선 화살표 연결선 877">
                  <a:extLst>
                    <a:ext uri="{FF2B5EF4-FFF2-40B4-BE49-F238E27FC236}">
                      <a16:creationId xmlns:a16="http://schemas.microsoft.com/office/drawing/2014/main" id="{C0E2AEFE-3150-29F4-1CB0-82D3DBD61B7D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직선 화살표 연결선 878">
                  <a:extLst>
                    <a:ext uri="{FF2B5EF4-FFF2-40B4-BE49-F238E27FC236}">
                      <a16:creationId xmlns:a16="http://schemas.microsoft.com/office/drawing/2014/main" id="{BC6D1F50-332E-F8DD-EEEA-DFD64E30BB9E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0" name="직선 화살표 연결선 879">
                  <a:extLst>
                    <a:ext uri="{FF2B5EF4-FFF2-40B4-BE49-F238E27FC236}">
                      <a16:creationId xmlns:a16="http://schemas.microsoft.com/office/drawing/2014/main" id="{2234BE26-7FB6-B470-488B-3F559A50FC8B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1" name="직선 화살표 연결선 880">
                  <a:extLst>
                    <a:ext uri="{FF2B5EF4-FFF2-40B4-BE49-F238E27FC236}">
                      <a16:creationId xmlns:a16="http://schemas.microsoft.com/office/drawing/2014/main" id="{E55CB271-71CB-A551-7871-93C8F227DFC6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2" name="직선 화살표 연결선 881">
                  <a:extLst>
                    <a:ext uri="{FF2B5EF4-FFF2-40B4-BE49-F238E27FC236}">
                      <a16:creationId xmlns:a16="http://schemas.microsoft.com/office/drawing/2014/main" id="{04F7A5F8-BA4A-714B-52D0-4C39D8874C8A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직선 화살표 연결선 882">
                  <a:extLst>
                    <a:ext uri="{FF2B5EF4-FFF2-40B4-BE49-F238E27FC236}">
                      <a16:creationId xmlns:a16="http://schemas.microsoft.com/office/drawing/2014/main" id="{9199B3D8-DA33-FCFB-9102-0B60C8960FDD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4" name="직선 화살표 연결선 883">
                  <a:extLst>
                    <a:ext uri="{FF2B5EF4-FFF2-40B4-BE49-F238E27FC236}">
                      <a16:creationId xmlns:a16="http://schemas.microsoft.com/office/drawing/2014/main" id="{B54D70D8-43CC-463D-B24C-54880E9AE463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5" name="직선 화살표 연결선 884">
                  <a:extLst>
                    <a:ext uri="{FF2B5EF4-FFF2-40B4-BE49-F238E27FC236}">
                      <a16:creationId xmlns:a16="http://schemas.microsoft.com/office/drawing/2014/main" id="{16B849B1-C9B3-97CD-DCD6-058DE9A4FADC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6" name="직선 화살표 연결선 885">
                  <a:extLst>
                    <a:ext uri="{FF2B5EF4-FFF2-40B4-BE49-F238E27FC236}">
                      <a16:creationId xmlns:a16="http://schemas.microsoft.com/office/drawing/2014/main" id="{D0E1B11C-6EF9-1F5A-B2D8-DCB91CDDC4D8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7" name="직선 화살표 연결선 886">
                  <a:extLst>
                    <a:ext uri="{FF2B5EF4-FFF2-40B4-BE49-F238E27FC236}">
                      <a16:creationId xmlns:a16="http://schemas.microsoft.com/office/drawing/2014/main" id="{18E9FA74-A3EC-73B5-6334-164D1FC57B6D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8" name="직선 화살표 연결선 887">
                  <a:extLst>
                    <a:ext uri="{FF2B5EF4-FFF2-40B4-BE49-F238E27FC236}">
                      <a16:creationId xmlns:a16="http://schemas.microsoft.com/office/drawing/2014/main" id="{F092181E-41C4-38F8-A16C-2883A9E8F9F1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9" name="직선 화살표 연결선 888">
                  <a:extLst>
                    <a:ext uri="{FF2B5EF4-FFF2-40B4-BE49-F238E27FC236}">
                      <a16:creationId xmlns:a16="http://schemas.microsoft.com/office/drawing/2014/main" id="{62439DB0-AF97-F366-08C9-AB8B78BAE350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0" name="직선 화살표 연결선 889">
                  <a:extLst>
                    <a:ext uri="{FF2B5EF4-FFF2-40B4-BE49-F238E27FC236}">
                      <a16:creationId xmlns:a16="http://schemas.microsoft.com/office/drawing/2014/main" id="{999BA5B0-73D6-0EE4-A85B-24EBCEB98FF4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1" name="직선 화살표 연결선 890">
                  <a:extLst>
                    <a:ext uri="{FF2B5EF4-FFF2-40B4-BE49-F238E27FC236}">
                      <a16:creationId xmlns:a16="http://schemas.microsoft.com/office/drawing/2014/main" id="{A2EF976F-0DE1-2B20-3AC4-59670AF62E6B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2" name="TextBox 891">
                  <a:extLst>
                    <a:ext uri="{FF2B5EF4-FFF2-40B4-BE49-F238E27FC236}">
                      <a16:creationId xmlns:a16="http://schemas.microsoft.com/office/drawing/2014/main" id="{0DDEF90B-8C50-9CEF-CB4B-5A3EBA7B5AF9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893" name="직선 화살표 연결선 892">
                  <a:extLst>
                    <a:ext uri="{FF2B5EF4-FFF2-40B4-BE49-F238E27FC236}">
                      <a16:creationId xmlns:a16="http://schemas.microsoft.com/office/drawing/2014/main" id="{6B0FD334-36A6-C891-9610-40370687CDF7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4" name="직선 화살표 연결선 893">
                  <a:extLst>
                    <a:ext uri="{FF2B5EF4-FFF2-40B4-BE49-F238E27FC236}">
                      <a16:creationId xmlns:a16="http://schemas.microsoft.com/office/drawing/2014/main" id="{49EF3BAF-5F0A-44DA-0E0E-867C77848187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5" name="직선 화살표 연결선 894">
                  <a:extLst>
                    <a:ext uri="{FF2B5EF4-FFF2-40B4-BE49-F238E27FC236}">
                      <a16:creationId xmlns:a16="http://schemas.microsoft.com/office/drawing/2014/main" id="{B3C6BE2A-F321-BACE-E9FF-D96756791573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6" name="직선 화살표 연결선 895">
                  <a:extLst>
                    <a:ext uri="{FF2B5EF4-FFF2-40B4-BE49-F238E27FC236}">
                      <a16:creationId xmlns:a16="http://schemas.microsoft.com/office/drawing/2014/main" id="{62CE995D-8250-A4A3-C517-1F4849F54D26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7" name="직선 화살표 연결선 896">
                  <a:extLst>
                    <a:ext uri="{FF2B5EF4-FFF2-40B4-BE49-F238E27FC236}">
                      <a16:creationId xmlns:a16="http://schemas.microsoft.com/office/drawing/2014/main" id="{8F67CBD2-B1F7-FC53-AF67-91FAD5D1439B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8" name="직선 화살표 연결선 897">
                  <a:extLst>
                    <a:ext uri="{FF2B5EF4-FFF2-40B4-BE49-F238E27FC236}">
                      <a16:creationId xmlns:a16="http://schemas.microsoft.com/office/drawing/2014/main" id="{387D9964-DE9B-60FD-235D-FA34E3C9E706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9" name="직선 화살표 연결선 898">
                  <a:extLst>
                    <a:ext uri="{FF2B5EF4-FFF2-40B4-BE49-F238E27FC236}">
                      <a16:creationId xmlns:a16="http://schemas.microsoft.com/office/drawing/2014/main" id="{648D1386-205B-D123-522C-30DE173B76B8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직선 화살표 연결선 899">
                  <a:extLst>
                    <a:ext uri="{FF2B5EF4-FFF2-40B4-BE49-F238E27FC236}">
                      <a16:creationId xmlns:a16="http://schemas.microsoft.com/office/drawing/2014/main" id="{1680F015-D6F0-3102-4BB1-0509478E5548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직선 화살표 연결선 900">
                  <a:extLst>
                    <a:ext uri="{FF2B5EF4-FFF2-40B4-BE49-F238E27FC236}">
                      <a16:creationId xmlns:a16="http://schemas.microsoft.com/office/drawing/2014/main" id="{8A544BA5-FA2C-CB82-3030-61678CD9FDA3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2" name="직선 화살표 연결선 901">
                  <a:extLst>
                    <a:ext uri="{FF2B5EF4-FFF2-40B4-BE49-F238E27FC236}">
                      <a16:creationId xmlns:a16="http://schemas.microsoft.com/office/drawing/2014/main" id="{2D2EB2CF-CCD7-C60B-F212-4C4C1A6A2DC8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직선 화살표 연결선 902">
                  <a:extLst>
                    <a:ext uri="{FF2B5EF4-FFF2-40B4-BE49-F238E27FC236}">
                      <a16:creationId xmlns:a16="http://schemas.microsoft.com/office/drawing/2014/main" id="{B938AB68-AF96-81E7-14E0-54CD52514BAB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직선 화살표 연결선 903">
                  <a:extLst>
                    <a:ext uri="{FF2B5EF4-FFF2-40B4-BE49-F238E27FC236}">
                      <a16:creationId xmlns:a16="http://schemas.microsoft.com/office/drawing/2014/main" id="{9AC93FB5-9FDA-8D3F-0B35-0B9EF4CCC579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5" name="직선 화살표 연결선 904">
                  <a:extLst>
                    <a:ext uri="{FF2B5EF4-FFF2-40B4-BE49-F238E27FC236}">
                      <a16:creationId xmlns:a16="http://schemas.microsoft.com/office/drawing/2014/main" id="{C095F57D-BF6F-5326-75E3-E62A2760F67F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6" name="직선 화살표 연결선 905">
                  <a:extLst>
                    <a:ext uri="{FF2B5EF4-FFF2-40B4-BE49-F238E27FC236}">
                      <a16:creationId xmlns:a16="http://schemas.microsoft.com/office/drawing/2014/main" id="{FE3B1FEE-D10D-8748-F5D1-3B9DF60F84C9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직선 화살표 연결선 906">
                  <a:extLst>
                    <a:ext uri="{FF2B5EF4-FFF2-40B4-BE49-F238E27FC236}">
                      <a16:creationId xmlns:a16="http://schemas.microsoft.com/office/drawing/2014/main" id="{733EF88E-D4A1-9FA0-8A42-32FBE566F6B8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8" name="직선 화살표 연결선 907">
                  <a:extLst>
                    <a:ext uri="{FF2B5EF4-FFF2-40B4-BE49-F238E27FC236}">
                      <a16:creationId xmlns:a16="http://schemas.microsoft.com/office/drawing/2014/main" id="{37A2A83C-FBC8-6231-734A-08661353E32C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9" name="직선 화살표 연결선 908">
                  <a:extLst>
                    <a:ext uri="{FF2B5EF4-FFF2-40B4-BE49-F238E27FC236}">
                      <a16:creationId xmlns:a16="http://schemas.microsoft.com/office/drawing/2014/main" id="{2AC2710C-2C94-9A0E-1ABF-27AE31FA089D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직선 화살표 연결선 909">
                  <a:extLst>
                    <a:ext uri="{FF2B5EF4-FFF2-40B4-BE49-F238E27FC236}">
                      <a16:creationId xmlns:a16="http://schemas.microsoft.com/office/drawing/2014/main" id="{683E66FA-5F29-76CA-121A-A6AC418F2934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1" name="직선 화살표 연결선 910">
                  <a:extLst>
                    <a:ext uri="{FF2B5EF4-FFF2-40B4-BE49-F238E27FC236}">
                      <a16:creationId xmlns:a16="http://schemas.microsoft.com/office/drawing/2014/main" id="{FA83B2B8-C4CA-B75E-F84F-5C0BE4BDCBAA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2" name="직선 화살표 연결선 911">
                  <a:extLst>
                    <a:ext uri="{FF2B5EF4-FFF2-40B4-BE49-F238E27FC236}">
                      <a16:creationId xmlns:a16="http://schemas.microsoft.com/office/drawing/2014/main" id="{C9296755-1EA8-50A6-5CB7-F9E0FF546296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3" name="직선 화살표 연결선 912">
                  <a:extLst>
                    <a:ext uri="{FF2B5EF4-FFF2-40B4-BE49-F238E27FC236}">
                      <a16:creationId xmlns:a16="http://schemas.microsoft.com/office/drawing/2014/main" id="{C84265A6-AAA8-09EC-FF12-C4FB6347FE7A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4" name="직선 화살표 연결선 913">
                  <a:extLst>
                    <a:ext uri="{FF2B5EF4-FFF2-40B4-BE49-F238E27FC236}">
                      <a16:creationId xmlns:a16="http://schemas.microsoft.com/office/drawing/2014/main" id="{F13320BD-9C6F-689B-A21A-12BACCDF4FFB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5" name="TextBox 914">
                  <a:extLst>
                    <a:ext uri="{FF2B5EF4-FFF2-40B4-BE49-F238E27FC236}">
                      <a16:creationId xmlns:a16="http://schemas.microsoft.com/office/drawing/2014/main" id="{BEFB7C44-F335-1512-F0FF-00617C057520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16" name="직선 화살표 연결선 915">
                  <a:extLst>
                    <a:ext uri="{FF2B5EF4-FFF2-40B4-BE49-F238E27FC236}">
                      <a16:creationId xmlns:a16="http://schemas.microsoft.com/office/drawing/2014/main" id="{2C172684-07D0-8EAD-92C2-2E957358513C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7" name="직선 화살표 연결선 916">
                  <a:extLst>
                    <a:ext uri="{FF2B5EF4-FFF2-40B4-BE49-F238E27FC236}">
                      <a16:creationId xmlns:a16="http://schemas.microsoft.com/office/drawing/2014/main" id="{6D98B05F-3907-6805-D4C3-3BA2B249C29E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8" name="직선 화살표 연결선 917">
                  <a:extLst>
                    <a:ext uri="{FF2B5EF4-FFF2-40B4-BE49-F238E27FC236}">
                      <a16:creationId xmlns:a16="http://schemas.microsoft.com/office/drawing/2014/main" id="{39FFA128-08FF-7526-BA1C-E7715962144E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9" name="직선 화살표 연결선 918">
                  <a:extLst>
                    <a:ext uri="{FF2B5EF4-FFF2-40B4-BE49-F238E27FC236}">
                      <a16:creationId xmlns:a16="http://schemas.microsoft.com/office/drawing/2014/main" id="{02C4BD11-8E3A-757E-1C62-CC4FBECA8FF2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0" name="직선 화살표 연결선 919">
                  <a:extLst>
                    <a:ext uri="{FF2B5EF4-FFF2-40B4-BE49-F238E27FC236}">
                      <a16:creationId xmlns:a16="http://schemas.microsoft.com/office/drawing/2014/main" id="{B329B9EC-F79A-43BD-8127-93B0B0BDB09B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1" name="직선 화살표 연결선 920">
                  <a:extLst>
                    <a:ext uri="{FF2B5EF4-FFF2-40B4-BE49-F238E27FC236}">
                      <a16:creationId xmlns:a16="http://schemas.microsoft.com/office/drawing/2014/main" id="{DEA79DC1-DA93-1AB3-FEAE-25E66A341143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2" name="직선 화살표 연결선 921">
                  <a:extLst>
                    <a:ext uri="{FF2B5EF4-FFF2-40B4-BE49-F238E27FC236}">
                      <a16:creationId xmlns:a16="http://schemas.microsoft.com/office/drawing/2014/main" id="{FA78EBAF-710F-4924-71AA-3EBF8908DCAA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직선 화살표 연결선 922">
                  <a:extLst>
                    <a:ext uri="{FF2B5EF4-FFF2-40B4-BE49-F238E27FC236}">
                      <a16:creationId xmlns:a16="http://schemas.microsoft.com/office/drawing/2014/main" id="{F2CDC81A-2969-B0C2-1241-DE23B4A8189A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4" name="직선 화살표 연결선 923">
                  <a:extLst>
                    <a:ext uri="{FF2B5EF4-FFF2-40B4-BE49-F238E27FC236}">
                      <a16:creationId xmlns:a16="http://schemas.microsoft.com/office/drawing/2014/main" id="{B395F86E-2985-5975-782B-ED71E07C5B23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5" name="직선 화살표 연결선 924">
                  <a:extLst>
                    <a:ext uri="{FF2B5EF4-FFF2-40B4-BE49-F238E27FC236}">
                      <a16:creationId xmlns:a16="http://schemas.microsoft.com/office/drawing/2014/main" id="{7D2ED195-FE49-C538-8A53-87971D8C1F98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6" name="직선 화살표 연결선 925">
                  <a:extLst>
                    <a:ext uri="{FF2B5EF4-FFF2-40B4-BE49-F238E27FC236}">
                      <a16:creationId xmlns:a16="http://schemas.microsoft.com/office/drawing/2014/main" id="{3B48703F-388E-17A8-7602-E186EBC47A24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7" name="직선 화살표 연결선 926">
                  <a:extLst>
                    <a:ext uri="{FF2B5EF4-FFF2-40B4-BE49-F238E27FC236}">
                      <a16:creationId xmlns:a16="http://schemas.microsoft.com/office/drawing/2014/main" id="{9F726A67-8ED0-F1C1-ACC8-A2FC4A4E43F1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8" name="직선 화살표 연결선 927">
                  <a:extLst>
                    <a:ext uri="{FF2B5EF4-FFF2-40B4-BE49-F238E27FC236}">
                      <a16:creationId xmlns:a16="http://schemas.microsoft.com/office/drawing/2014/main" id="{573EFC5D-AA4F-5716-20CD-EE57CABF3114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직선 화살표 연결선 928">
                  <a:extLst>
                    <a:ext uri="{FF2B5EF4-FFF2-40B4-BE49-F238E27FC236}">
                      <a16:creationId xmlns:a16="http://schemas.microsoft.com/office/drawing/2014/main" id="{199DF07F-4675-26B6-00D1-67D40012FB95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0" name="직선 화살표 연결선 929">
                  <a:extLst>
                    <a:ext uri="{FF2B5EF4-FFF2-40B4-BE49-F238E27FC236}">
                      <a16:creationId xmlns:a16="http://schemas.microsoft.com/office/drawing/2014/main" id="{D8403C50-A6DA-1756-AD75-9804573E0068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직선 화살표 연결선 930">
                  <a:extLst>
                    <a:ext uri="{FF2B5EF4-FFF2-40B4-BE49-F238E27FC236}">
                      <a16:creationId xmlns:a16="http://schemas.microsoft.com/office/drawing/2014/main" id="{861121DF-03E9-7849-EDD2-D437E735DD0A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직선 화살표 연결선 931">
                  <a:extLst>
                    <a:ext uri="{FF2B5EF4-FFF2-40B4-BE49-F238E27FC236}">
                      <a16:creationId xmlns:a16="http://schemas.microsoft.com/office/drawing/2014/main" id="{28F5ADE9-98FC-4B94-6F5C-A9A2ED349DF3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직선 화살표 연결선 932">
                  <a:extLst>
                    <a:ext uri="{FF2B5EF4-FFF2-40B4-BE49-F238E27FC236}">
                      <a16:creationId xmlns:a16="http://schemas.microsoft.com/office/drawing/2014/main" id="{B8130876-AE1F-7940-96D4-211C516136AC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4" name="직선 화살표 연결선 933">
                  <a:extLst>
                    <a:ext uri="{FF2B5EF4-FFF2-40B4-BE49-F238E27FC236}">
                      <a16:creationId xmlns:a16="http://schemas.microsoft.com/office/drawing/2014/main" id="{F3498B9B-7482-2F0B-8459-F9BFDBC0DD07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직선 화살표 연결선 934">
                  <a:extLst>
                    <a:ext uri="{FF2B5EF4-FFF2-40B4-BE49-F238E27FC236}">
                      <a16:creationId xmlns:a16="http://schemas.microsoft.com/office/drawing/2014/main" id="{78AB2DFE-43DE-B429-5216-7A39A380F8CD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6" name="직선 화살표 연결선 935">
                  <a:extLst>
                    <a:ext uri="{FF2B5EF4-FFF2-40B4-BE49-F238E27FC236}">
                      <a16:creationId xmlns:a16="http://schemas.microsoft.com/office/drawing/2014/main" id="{E1D4B51C-9E9E-74B4-D8AD-F538A4BE6326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직선 화살표 연결선 936">
                  <a:extLst>
                    <a:ext uri="{FF2B5EF4-FFF2-40B4-BE49-F238E27FC236}">
                      <a16:creationId xmlns:a16="http://schemas.microsoft.com/office/drawing/2014/main" id="{D828E8CE-7B34-5CC7-FD68-2C339C6309EA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38" name="TextBox 937">
                  <a:extLst>
                    <a:ext uri="{FF2B5EF4-FFF2-40B4-BE49-F238E27FC236}">
                      <a16:creationId xmlns:a16="http://schemas.microsoft.com/office/drawing/2014/main" id="{D7BF6D27-BBD0-2238-E95D-98D6A8FD6AA6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39" name="TextBox 938">
                  <a:extLst>
                    <a:ext uri="{FF2B5EF4-FFF2-40B4-BE49-F238E27FC236}">
                      <a16:creationId xmlns:a16="http://schemas.microsoft.com/office/drawing/2014/main" id="{8C34C6AD-DAAF-7E46-A268-7041D34B3F31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0" name="TextBox 939">
                  <a:extLst>
                    <a:ext uri="{FF2B5EF4-FFF2-40B4-BE49-F238E27FC236}">
                      <a16:creationId xmlns:a16="http://schemas.microsoft.com/office/drawing/2014/main" id="{5450FEAF-F1C9-441E-EA08-615DDF7A1B9C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1" name="직사각형 940">
                  <a:extLst>
                    <a:ext uri="{FF2B5EF4-FFF2-40B4-BE49-F238E27FC236}">
                      <a16:creationId xmlns:a16="http://schemas.microsoft.com/office/drawing/2014/main" id="{DAB21695-E2D7-A47D-CE25-2C7B7E2BC4F9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2" name="직사각형 941">
                  <a:extLst>
                    <a:ext uri="{FF2B5EF4-FFF2-40B4-BE49-F238E27FC236}">
                      <a16:creationId xmlns:a16="http://schemas.microsoft.com/office/drawing/2014/main" id="{0832EDF7-6335-4767-1606-7E4CCF327E72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3" name="직사각형 942">
                  <a:extLst>
                    <a:ext uri="{FF2B5EF4-FFF2-40B4-BE49-F238E27FC236}">
                      <a16:creationId xmlns:a16="http://schemas.microsoft.com/office/drawing/2014/main" id="{97A0A2B6-F588-040D-21CA-C5C0C5D772AA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44" name="직선 화살표 연결선 943">
                  <a:extLst>
                    <a:ext uri="{FF2B5EF4-FFF2-40B4-BE49-F238E27FC236}">
                      <a16:creationId xmlns:a16="http://schemas.microsoft.com/office/drawing/2014/main" id="{9B55F02D-7FCB-085E-2145-9A036D46EF3D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5" name="TextBox 944">
                  <a:extLst>
                    <a:ext uri="{FF2B5EF4-FFF2-40B4-BE49-F238E27FC236}">
                      <a16:creationId xmlns:a16="http://schemas.microsoft.com/office/drawing/2014/main" id="{C37CE1DB-FA2F-DE01-763F-6F8A705C0A30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46" name="직선 화살표 연결선 945">
                  <a:extLst>
                    <a:ext uri="{FF2B5EF4-FFF2-40B4-BE49-F238E27FC236}">
                      <a16:creationId xmlns:a16="http://schemas.microsoft.com/office/drawing/2014/main" id="{8300E85A-DD07-B281-8601-41B5D69249E3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7" name="TextBox 946">
                  <a:extLst>
                    <a:ext uri="{FF2B5EF4-FFF2-40B4-BE49-F238E27FC236}">
                      <a16:creationId xmlns:a16="http://schemas.microsoft.com/office/drawing/2014/main" id="{1311C7BD-B236-BE89-2AC7-E8B5ED125A29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8" name="직사각형 947">
                  <a:extLst>
                    <a:ext uri="{FF2B5EF4-FFF2-40B4-BE49-F238E27FC236}">
                      <a16:creationId xmlns:a16="http://schemas.microsoft.com/office/drawing/2014/main" id="{42AF0312-F0CB-197E-C851-0D8A1F7DFD5B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9" name="직사각형 948">
                  <a:extLst>
                    <a:ext uri="{FF2B5EF4-FFF2-40B4-BE49-F238E27FC236}">
                      <a16:creationId xmlns:a16="http://schemas.microsoft.com/office/drawing/2014/main" id="{FE96BA77-921D-1BDE-F1D9-C8D6BF08DC92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50" name="직사각형 949">
                  <a:extLst>
                    <a:ext uri="{FF2B5EF4-FFF2-40B4-BE49-F238E27FC236}">
                      <a16:creationId xmlns:a16="http://schemas.microsoft.com/office/drawing/2014/main" id="{884829E6-BEA1-AA6D-1E0E-816BB7D9B57C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51" name="직선 화살표 연결선 950">
                  <a:extLst>
                    <a:ext uri="{FF2B5EF4-FFF2-40B4-BE49-F238E27FC236}">
                      <a16:creationId xmlns:a16="http://schemas.microsoft.com/office/drawing/2014/main" id="{8E63CF10-98A8-CCA5-ADEB-B7D1BB4AD592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2" name="TextBox 951">
                  <a:extLst>
                    <a:ext uri="{FF2B5EF4-FFF2-40B4-BE49-F238E27FC236}">
                      <a16:creationId xmlns:a16="http://schemas.microsoft.com/office/drawing/2014/main" id="{BD96DBA6-253F-2876-44B4-6F4038A737AB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53" name="직선 화살표 연결선 952">
                  <a:extLst>
                    <a:ext uri="{FF2B5EF4-FFF2-40B4-BE49-F238E27FC236}">
                      <a16:creationId xmlns:a16="http://schemas.microsoft.com/office/drawing/2014/main" id="{1B372E3E-EC05-55ED-4136-7BF74CEE11E0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4" name="TextBox 953">
                  <a:extLst>
                    <a:ext uri="{FF2B5EF4-FFF2-40B4-BE49-F238E27FC236}">
                      <a16:creationId xmlns:a16="http://schemas.microsoft.com/office/drawing/2014/main" id="{B199E665-6E15-24AC-5B7D-B13B5BDC6630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57" name="직사각형 956">
                  <a:extLst>
                    <a:ext uri="{FF2B5EF4-FFF2-40B4-BE49-F238E27FC236}">
                      <a16:creationId xmlns:a16="http://schemas.microsoft.com/office/drawing/2014/main" id="{887574EF-6622-C24B-92BD-8D39C3B7F13D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58" name="직사각형 957">
                  <a:extLst>
                    <a:ext uri="{FF2B5EF4-FFF2-40B4-BE49-F238E27FC236}">
                      <a16:creationId xmlns:a16="http://schemas.microsoft.com/office/drawing/2014/main" id="{F86DF0A1-6FC6-8731-2F65-17ABFCB9DD4E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61" name="직선 화살표 연결선 960">
                  <a:extLst>
                    <a:ext uri="{FF2B5EF4-FFF2-40B4-BE49-F238E27FC236}">
                      <a16:creationId xmlns:a16="http://schemas.microsoft.com/office/drawing/2014/main" id="{6BB3C0B0-36BD-7023-6B06-32DDDD30DAB3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2" name="직선 화살표 연결선 961">
                  <a:extLst>
                    <a:ext uri="{FF2B5EF4-FFF2-40B4-BE49-F238E27FC236}">
                      <a16:creationId xmlns:a16="http://schemas.microsoft.com/office/drawing/2014/main" id="{0F31E83F-E06A-24AD-4AED-34C809C8E8F2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3" name="직선 화살표 연결선 962">
                  <a:extLst>
                    <a:ext uri="{FF2B5EF4-FFF2-40B4-BE49-F238E27FC236}">
                      <a16:creationId xmlns:a16="http://schemas.microsoft.com/office/drawing/2014/main" id="{B66C04E5-A30F-A4FA-BCE2-B970C59F1682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64" name="직선 화살표 연결선 863">
                <a:extLst>
                  <a:ext uri="{FF2B5EF4-FFF2-40B4-BE49-F238E27FC236}">
                    <a16:creationId xmlns:a16="http://schemas.microsoft.com/office/drawing/2014/main" id="{A22C3F8D-E51C-B5E1-3D17-F2DA44BF31F4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5" name="직선 화살표 연결선 864">
                <a:extLst>
                  <a:ext uri="{FF2B5EF4-FFF2-40B4-BE49-F238E27FC236}">
                    <a16:creationId xmlns:a16="http://schemas.microsoft.com/office/drawing/2014/main" id="{071016FB-1514-ED91-6636-56AF06724096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6" name="직선 화살표 연결선 865">
                <a:extLst>
                  <a:ext uri="{FF2B5EF4-FFF2-40B4-BE49-F238E27FC236}">
                    <a16:creationId xmlns:a16="http://schemas.microsoft.com/office/drawing/2014/main" id="{7B95190C-4C11-64FD-A07A-A7FFA0AC152D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7" name="직선 화살표 연결선 866">
                <a:extLst>
                  <a:ext uri="{FF2B5EF4-FFF2-40B4-BE49-F238E27FC236}">
                    <a16:creationId xmlns:a16="http://schemas.microsoft.com/office/drawing/2014/main" id="{15DF57AE-748F-311B-DFB5-0FDC490BB108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8" name="직선 화살표 연결선 867">
                <a:extLst>
                  <a:ext uri="{FF2B5EF4-FFF2-40B4-BE49-F238E27FC236}">
                    <a16:creationId xmlns:a16="http://schemas.microsoft.com/office/drawing/2014/main" id="{2D5D0F78-2459-E9DC-3F38-0EA34420CB27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1" name="직사각형 860">
              <a:extLst>
                <a:ext uri="{FF2B5EF4-FFF2-40B4-BE49-F238E27FC236}">
                  <a16:creationId xmlns:a16="http://schemas.microsoft.com/office/drawing/2014/main" id="{EE614EF0-0A53-6847-E07C-1CB3B7E460DC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205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Mutex </a:t>
            </a:r>
            <a:r>
              <a:rPr kumimoji="1" lang="ko-KR" altLang="en-US" dirty="0"/>
              <a:t>사용</a:t>
            </a:r>
            <a:r>
              <a:rPr kumimoji="1" lang="en-US" altLang="ko-KR" dirty="0"/>
              <a:t>, Task </a:t>
            </a:r>
            <a:r>
              <a:rPr kumimoji="1" lang="ko-KR" altLang="en-US" dirty="0"/>
              <a:t>선언 </a:t>
            </a:r>
            <a:r>
              <a:rPr kumimoji="1" lang="en-US" altLang="ko-KR" dirty="0"/>
              <a:t>(Priority, Event)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EBED4-8EEF-CF92-BCDA-461FE2013336}"/>
              </a:ext>
            </a:extLst>
          </p:cNvPr>
          <p:cNvSpPr txBox="1"/>
          <p:nvPr/>
        </p:nvSpPr>
        <p:spPr>
          <a:xfrm>
            <a:off x="7386749" y="1321896"/>
            <a:ext cx="4323791" cy="53223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algn="l"/>
            <a:r>
              <a:rPr lang="en-US" altLang="ko-K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APPDATA</a:t>
            </a:r>
            <a:r>
              <a:rPr lang="en-US" altLang="ko-KR" sz="1500" dirty="0">
                <a:latin typeface="Consolas" panose="020B0609020204030204" pitchFamily="49" charset="0"/>
              </a:rPr>
              <a:t> </a:t>
            </a:r>
            <a:r>
              <a:rPr lang="en-US" altLang="ko-KR" sz="1500" b="1" dirty="0" err="1">
                <a:latin typeface="Consolas" panose="020B0609020204030204" pitchFamily="49" charset="0"/>
              </a:rPr>
              <a:t>myApp</a:t>
            </a:r>
            <a:r>
              <a:rPr lang="en-US" altLang="ko-KR" sz="1500" dirty="0"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500" dirty="0">
                <a:latin typeface="Consolas" panose="020B0609020204030204" pitchFamily="49" charset="0"/>
              </a:rPr>
              <a:t>    …</a:t>
            </a:r>
          </a:p>
          <a:p>
            <a:pPr algn="l"/>
            <a:r>
              <a:rPr lang="en-US" altLang="ko-KR" sz="1500" dirty="0">
                <a:latin typeface="Consolas" panose="020B0609020204030204" pitchFamily="49" charset="0"/>
              </a:rPr>
              <a:t>    </a:t>
            </a:r>
            <a:r>
              <a:rPr lang="en-US" altLang="ko-KR" sz="1500" b="1" dirty="0">
                <a:solidFill>
                  <a:srgbClr val="FF0000"/>
                </a:solidFill>
                <a:latin typeface="Consolas" panose="020B0609020204030204" pitchFamily="49" charset="0"/>
              </a:rPr>
              <a:t>APP_SRC = “</a:t>
            </a:r>
            <a:r>
              <a:rPr lang="en-US" altLang="ko-KR" sz="15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mutex.c</a:t>
            </a:r>
            <a:r>
              <a:rPr lang="en-US" altLang="ko-KR" sz="1500" b="1" dirty="0">
                <a:solidFill>
                  <a:srgbClr val="FF0000"/>
                </a:solidFill>
                <a:latin typeface="Consolas" panose="020B0609020204030204" pitchFamily="49" charset="0"/>
              </a:rPr>
              <a:t>”;</a:t>
            </a:r>
          </a:p>
          <a:p>
            <a:pPr algn="l"/>
            <a:r>
              <a:rPr lang="en-US" altLang="ko-KR" sz="1500" dirty="0">
                <a:latin typeface="Consolas" panose="020B0609020204030204" pitchFamily="49" charset="0"/>
              </a:rPr>
              <a:t>};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1500" b="1" dirty="0">
                <a:solidFill>
                  <a:srgbClr val="FF0000"/>
                </a:solidFill>
                <a:latin typeface="Consolas" panose="020B0609020204030204" pitchFamily="49" charset="0"/>
              </a:rPr>
              <a:t>EVENT Event1 { MASK = AUTO; };</a:t>
            </a:r>
          </a:p>
          <a:p>
            <a:pPr algn="l"/>
            <a:endParaRPr lang="en-US" altLang="ko-K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TASK</a:t>
            </a:r>
            <a:r>
              <a:rPr lang="en-US" altLang="ko-K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ko-KR" sz="15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PRIORITY = </a:t>
            </a:r>
            <a:r>
              <a:rPr lang="en-US" altLang="ko-KR" sz="15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    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altLang="ko-KR" sz="15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500" b="1" dirty="0">
                <a:solidFill>
                  <a:srgbClr val="FF0000"/>
                </a:solidFill>
                <a:latin typeface="Consolas" panose="020B0609020204030204" pitchFamily="49" charset="0"/>
              </a:rPr>
              <a:t>EVENT = Event1;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algn="l"/>
            <a:r>
              <a:rPr lang="ko-KR" alt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TASK</a:t>
            </a:r>
            <a:r>
              <a:rPr lang="en-US" altLang="ko-K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TaskM</a:t>
            </a:r>
            <a:r>
              <a:rPr lang="en-US" altLang="ko-K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ko-KR" sz="15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PRIORITY = </a:t>
            </a:r>
            <a:r>
              <a:rPr lang="en-US" altLang="ko-KR" sz="15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    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algn="l"/>
            <a:r>
              <a:rPr lang="ko-KR" alt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algn="l"/>
            <a:r>
              <a:rPr lang="en-US" altLang="ko-K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TASK</a:t>
            </a:r>
            <a:r>
              <a:rPr lang="en-US" altLang="ko-K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ko-KR" sz="15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PRIORITY = </a:t>
            </a:r>
            <a:r>
              <a:rPr lang="en-US" altLang="ko-KR" sz="15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    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altLang="ko-KR" sz="15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500" b="1" dirty="0">
                <a:solidFill>
                  <a:srgbClr val="FF0000"/>
                </a:solidFill>
                <a:latin typeface="Consolas" panose="020B0609020204030204" pitchFamily="49" charset="0"/>
              </a:rPr>
              <a:t>    EVENT = Event1;</a:t>
            </a:r>
          </a:p>
          <a:p>
            <a:pPr algn="l"/>
            <a:r>
              <a:rPr lang="en-US" altLang="ko-KR" sz="15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" altLang="ko-Kore-KR" sz="15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말풍선: 모서리가 둥근 사각형 36">
            <a:extLst>
              <a:ext uri="{FF2B5EF4-FFF2-40B4-BE49-F238E27FC236}">
                <a16:creationId xmlns:a16="http://schemas.microsoft.com/office/drawing/2014/main" id="{24B3842B-4686-805B-6461-589B2F88FAD1}"/>
              </a:ext>
            </a:extLst>
          </p:cNvPr>
          <p:cNvSpPr/>
          <p:nvPr/>
        </p:nvSpPr>
        <p:spPr>
          <a:xfrm>
            <a:off x="9754401" y="3002418"/>
            <a:ext cx="1669346" cy="665217"/>
          </a:xfrm>
          <a:prstGeom prst="wedgeRoundRectCallout">
            <a:avLst>
              <a:gd name="adj1" fmla="val -78796"/>
              <a:gd name="adj2" fmla="val 30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클 수록 높은 우선순위</a:t>
            </a:r>
          </a:p>
        </p:txBody>
      </p:sp>
      <p:grpSp>
        <p:nvGrpSpPr>
          <p:cNvPr id="512" name="그룹 511">
            <a:extLst>
              <a:ext uri="{FF2B5EF4-FFF2-40B4-BE49-F238E27FC236}">
                <a16:creationId xmlns:a16="http://schemas.microsoft.com/office/drawing/2014/main" id="{F17F522E-F49D-297E-78CA-6702F32EDDE9}"/>
              </a:ext>
            </a:extLst>
          </p:cNvPr>
          <p:cNvGrpSpPr/>
          <p:nvPr/>
        </p:nvGrpSpPr>
        <p:grpSpPr>
          <a:xfrm>
            <a:off x="333021" y="2445762"/>
            <a:ext cx="6477404" cy="2768683"/>
            <a:chOff x="333021" y="2445762"/>
            <a:chExt cx="6477404" cy="2768683"/>
          </a:xfrm>
        </p:grpSpPr>
        <p:grpSp>
          <p:nvGrpSpPr>
            <p:cNvPr id="513" name="그룹 512">
              <a:extLst>
                <a:ext uri="{FF2B5EF4-FFF2-40B4-BE49-F238E27FC236}">
                  <a16:creationId xmlns:a16="http://schemas.microsoft.com/office/drawing/2014/main" id="{0B7C2EC5-0035-167F-FAF6-F517AA0A527F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515" name="직선 화살표 연결선 514">
                <a:extLst>
                  <a:ext uri="{FF2B5EF4-FFF2-40B4-BE49-F238E27FC236}">
                    <a16:creationId xmlns:a16="http://schemas.microsoft.com/office/drawing/2014/main" id="{D86D97AB-CCC9-92DF-D6D7-726F4CB59187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16" name="그룹 515">
                <a:extLst>
                  <a:ext uri="{FF2B5EF4-FFF2-40B4-BE49-F238E27FC236}">
                    <a16:creationId xmlns:a16="http://schemas.microsoft.com/office/drawing/2014/main" id="{F58DE905-627B-9F88-9B8A-2BA1A9F67962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A298A89F-6928-4005-3FF0-501FF5FD1463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23" name="직선 화살표 연결선 522">
                  <a:extLst>
                    <a:ext uri="{FF2B5EF4-FFF2-40B4-BE49-F238E27FC236}">
                      <a16:creationId xmlns:a16="http://schemas.microsoft.com/office/drawing/2014/main" id="{DF0573C6-92AF-35B1-9A65-4A939EFC752D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직선 화살표 연결선 523">
                  <a:extLst>
                    <a:ext uri="{FF2B5EF4-FFF2-40B4-BE49-F238E27FC236}">
                      <a16:creationId xmlns:a16="http://schemas.microsoft.com/office/drawing/2014/main" id="{08D52AA4-C877-1E8F-C85A-812ABE2F8B38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직선 화살표 연결선 524">
                  <a:extLst>
                    <a:ext uri="{FF2B5EF4-FFF2-40B4-BE49-F238E27FC236}">
                      <a16:creationId xmlns:a16="http://schemas.microsoft.com/office/drawing/2014/main" id="{6D77E33A-A4FA-EEC3-0469-748E3C900A58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직선 화살표 연결선 525">
                  <a:extLst>
                    <a:ext uri="{FF2B5EF4-FFF2-40B4-BE49-F238E27FC236}">
                      <a16:creationId xmlns:a16="http://schemas.microsoft.com/office/drawing/2014/main" id="{27243143-857C-ADB5-F67E-BB7D1613FA8E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직선 화살표 연결선 526">
                  <a:extLst>
                    <a:ext uri="{FF2B5EF4-FFF2-40B4-BE49-F238E27FC236}">
                      <a16:creationId xmlns:a16="http://schemas.microsoft.com/office/drawing/2014/main" id="{8C6DAD5C-101E-3884-EDD5-55CD1C2104C6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직선 화살표 연결선 527">
                  <a:extLst>
                    <a:ext uri="{FF2B5EF4-FFF2-40B4-BE49-F238E27FC236}">
                      <a16:creationId xmlns:a16="http://schemas.microsoft.com/office/drawing/2014/main" id="{5D86DF93-79F6-8504-F411-CE9876251CB2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직선 화살표 연결선 528">
                  <a:extLst>
                    <a:ext uri="{FF2B5EF4-FFF2-40B4-BE49-F238E27FC236}">
                      <a16:creationId xmlns:a16="http://schemas.microsoft.com/office/drawing/2014/main" id="{4642DBC4-30ED-78D0-8A3B-DB6DB4063E5C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직선 화살표 연결선 529">
                  <a:extLst>
                    <a:ext uri="{FF2B5EF4-FFF2-40B4-BE49-F238E27FC236}">
                      <a16:creationId xmlns:a16="http://schemas.microsoft.com/office/drawing/2014/main" id="{35C73642-266A-4128-C7DE-5E68CB35CB84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직선 화살표 연결선 530">
                  <a:extLst>
                    <a:ext uri="{FF2B5EF4-FFF2-40B4-BE49-F238E27FC236}">
                      <a16:creationId xmlns:a16="http://schemas.microsoft.com/office/drawing/2014/main" id="{840618A0-C349-2E1B-51D9-2AF2993F6AA5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직선 화살표 연결선 531">
                  <a:extLst>
                    <a:ext uri="{FF2B5EF4-FFF2-40B4-BE49-F238E27FC236}">
                      <a16:creationId xmlns:a16="http://schemas.microsoft.com/office/drawing/2014/main" id="{1AA013FD-B53D-BE6C-C281-4F9267995D06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직선 화살표 연결선 532">
                  <a:extLst>
                    <a:ext uri="{FF2B5EF4-FFF2-40B4-BE49-F238E27FC236}">
                      <a16:creationId xmlns:a16="http://schemas.microsoft.com/office/drawing/2014/main" id="{64246E52-4937-46CE-111D-EBC63850ECC7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직선 화살표 연결선 533">
                  <a:extLst>
                    <a:ext uri="{FF2B5EF4-FFF2-40B4-BE49-F238E27FC236}">
                      <a16:creationId xmlns:a16="http://schemas.microsoft.com/office/drawing/2014/main" id="{AEB33AB8-0761-899E-AB7C-5883924E0440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직선 화살표 연결선 534">
                  <a:extLst>
                    <a:ext uri="{FF2B5EF4-FFF2-40B4-BE49-F238E27FC236}">
                      <a16:creationId xmlns:a16="http://schemas.microsoft.com/office/drawing/2014/main" id="{0414D721-D86C-44CD-CCF1-75B1414EB597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직선 화살표 연결선 535">
                  <a:extLst>
                    <a:ext uri="{FF2B5EF4-FFF2-40B4-BE49-F238E27FC236}">
                      <a16:creationId xmlns:a16="http://schemas.microsoft.com/office/drawing/2014/main" id="{FB63B9B3-5E63-6612-F45F-92A7C12EE2F1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직선 화살표 연결선 536">
                  <a:extLst>
                    <a:ext uri="{FF2B5EF4-FFF2-40B4-BE49-F238E27FC236}">
                      <a16:creationId xmlns:a16="http://schemas.microsoft.com/office/drawing/2014/main" id="{248F7034-3FED-0F88-A116-755244D73568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직선 화살표 연결선 537">
                  <a:extLst>
                    <a:ext uri="{FF2B5EF4-FFF2-40B4-BE49-F238E27FC236}">
                      <a16:creationId xmlns:a16="http://schemas.microsoft.com/office/drawing/2014/main" id="{A1C3CF79-5B3F-842C-2761-0FC8550C77F3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직선 화살표 연결선 538">
                  <a:extLst>
                    <a:ext uri="{FF2B5EF4-FFF2-40B4-BE49-F238E27FC236}">
                      <a16:creationId xmlns:a16="http://schemas.microsoft.com/office/drawing/2014/main" id="{DCF9B327-9F7A-DAB5-C70E-11C838350E28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직선 화살표 연결선 539">
                  <a:extLst>
                    <a:ext uri="{FF2B5EF4-FFF2-40B4-BE49-F238E27FC236}">
                      <a16:creationId xmlns:a16="http://schemas.microsoft.com/office/drawing/2014/main" id="{011B904E-F9AE-E411-B7CE-68A8AB1B6548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직선 화살표 연결선 540">
                  <a:extLst>
                    <a:ext uri="{FF2B5EF4-FFF2-40B4-BE49-F238E27FC236}">
                      <a16:creationId xmlns:a16="http://schemas.microsoft.com/office/drawing/2014/main" id="{37115124-F889-DE51-9501-6E2D85E616DF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직선 화살표 연결선 541">
                  <a:extLst>
                    <a:ext uri="{FF2B5EF4-FFF2-40B4-BE49-F238E27FC236}">
                      <a16:creationId xmlns:a16="http://schemas.microsoft.com/office/drawing/2014/main" id="{FFDF36BA-3943-A074-0772-D6E1C1A11A2E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직선 화살표 연결선 542">
                  <a:extLst>
                    <a:ext uri="{FF2B5EF4-FFF2-40B4-BE49-F238E27FC236}">
                      <a16:creationId xmlns:a16="http://schemas.microsoft.com/office/drawing/2014/main" id="{5A63656D-63BA-3183-E274-3259F875FD62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직선 화살표 연결선 543">
                  <a:extLst>
                    <a:ext uri="{FF2B5EF4-FFF2-40B4-BE49-F238E27FC236}">
                      <a16:creationId xmlns:a16="http://schemas.microsoft.com/office/drawing/2014/main" id="{9CA7BC8A-12BD-C883-AED4-27CAEB4C22D6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E0CFD81C-951E-27B8-C85A-676ADF013752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46" name="직선 화살표 연결선 545">
                  <a:extLst>
                    <a:ext uri="{FF2B5EF4-FFF2-40B4-BE49-F238E27FC236}">
                      <a16:creationId xmlns:a16="http://schemas.microsoft.com/office/drawing/2014/main" id="{65C49EE7-15D6-E6AE-15EE-5910760FD22C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직선 화살표 연결선 546">
                  <a:extLst>
                    <a:ext uri="{FF2B5EF4-FFF2-40B4-BE49-F238E27FC236}">
                      <a16:creationId xmlns:a16="http://schemas.microsoft.com/office/drawing/2014/main" id="{4682F3DF-A7AA-4FAA-6810-91C0093F5B68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직선 화살표 연결선 547">
                  <a:extLst>
                    <a:ext uri="{FF2B5EF4-FFF2-40B4-BE49-F238E27FC236}">
                      <a16:creationId xmlns:a16="http://schemas.microsoft.com/office/drawing/2014/main" id="{07E648CC-02C1-E2FE-A94E-B36F44E40AE6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직선 화살표 연결선 548">
                  <a:extLst>
                    <a:ext uri="{FF2B5EF4-FFF2-40B4-BE49-F238E27FC236}">
                      <a16:creationId xmlns:a16="http://schemas.microsoft.com/office/drawing/2014/main" id="{959E3C46-79F1-770C-8719-FC20FF73597D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직선 화살표 연결선 549">
                  <a:extLst>
                    <a:ext uri="{FF2B5EF4-FFF2-40B4-BE49-F238E27FC236}">
                      <a16:creationId xmlns:a16="http://schemas.microsoft.com/office/drawing/2014/main" id="{89B7A13D-F367-B9FF-EBED-351A9FC36AFC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직선 화살표 연결선 550">
                  <a:extLst>
                    <a:ext uri="{FF2B5EF4-FFF2-40B4-BE49-F238E27FC236}">
                      <a16:creationId xmlns:a16="http://schemas.microsoft.com/office/drawing/2014/main" id="{A147531E-FD04-12CD-CAB3-8D3F539D90A6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직선 화살표 연결선 551">
                  <a:extLst>
                    <a:ext uri="{FF2B5EF4-FFF2-40B4-BE49-F238E27FC236}">
                      <a16:creationId xmlns:a16="http://schemas.microsoft.com/office/drawing/2014/main" id="{C4530990-33B2-DC6C-6F1B-B6EB71EA672C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직선 화살표 연결선 552">
                  <a:extLst>
                    <a:ext uri="{FF2B5EF4-FFF2-40B4-BE49-F238E27FC236}">
                      <a16:creationId xmlns:a16="http://schemas.microsoft.com/office/drawing/2014/main" id="{3C8DF4F3-F74B-F0F4-8662-F3AD17E8B450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직선 화살표 연결선 553">
                  <a:extLst>
                    <a:ext uri="{FF2B5EF4-FFF2-40B4-BE49-F238E27FC236}">
                      <a16:creationId xmlns:a16="http://schemas.microsoft.com/office/drawing/2014/main" id="{4768E8AB-AA77-9707-D7E7-3B0A74845C8A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직선 화살표 연결선 554">
                  <a:extLst>
                    <a:ext uri="{FF2B5EF4-FFF2-40B4-BE49-F238E27FC236}">
                      <a16:creationId xmlns:a16="http://schemas.microsoft.com/office/drawing/2014/main" id="{C66C3286-4FB0-17B0-3B66-781EBA1D3E89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직선 화살표 연결선 555">
                  <a:extLst>
                    <a:ext uri="{FF2B5EF4-FFF2-40B4-BE49-F238E27FC236}">
                      <a16:creationId xmlns:a16="http://schemas.microsoft.com/office/drawing/2014/main" id="{9CB550C0-6359-1651-F792-2978765B72D9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직선 화살표 연결선 556">
                  <a:extLst>
                    <a:ext uri="{FF2B5EF4-FFF2-40B4-BE49-F238E27FC236}">
                      <a16:creationId xmlns:a16="http://schemas.microsoft.com/office/drawing/2014/main" id="{60E186DB-1072-241B-65E4-47F17D6DF49A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직선 화살표 연결선 557">
                  <a:extLst>
                    <a:ext uri="{FF2B5EF4-FFF2-40B4-BE49-F238E27FC236}">
                      <a16:creationId xmlns:a16="http://schemas.microsoft.com/office/drawing/2014/main" id="{1EDC8BDA-B011-C234-CB59-7F5E70574784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직선 화살표 연결선 558">
                  <a:extLst>
                    <a:ext uri="{FF2B5EF4-FFF2-40B4-BE49-F238E27FC236}">
                      <a16:creationId xmlns:a16="http://schemas.microsoft.com/office/drawing/2014/main" id="{79FE78A5-18D8-30AD-65CB-E9B096FBE3E7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직선 화살표 연결선 559">
                  <a:extLst>
                    <a:ext uri="{FF2B5EF4-FFF2-40B4-BE49-F238E27FC236}">
                      <a16:creationId xmlns:a16="http://schemas.microsoft.com/office/drawing/2014/main" id="{038C3465-2CC7-33E5-D976-05A3401131CB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직선 화살표 연결선 560">
                  <a:extLst>
                    <a:ext uri="{FF2B5EF4-FFF2-40B4-BE49-F238E27FC236}">
                      <a16:creationId xmlns:a16="http://schemas.microsoft.com/office/drawing/2014/main" id="{DBA77296-08DC-DDCC-4E64-33B099042BEC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직선 화살표 연결선 561">
                  <a:extLst>
                    <a:ext uri="{FF2B5EF4-FFF2-40B4-BE49-F238E27FC236}">
                      <a16:creationId xmlns:a16="http://schemas.microsoft.com/office/drawing/2014/main" id="{3AD4299C-CEE1-AFBB-C889-39498E3CEA9C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직선 화살표 연결선 562">
                  <a:extLst>
                    <a:ext uri="{FF2B5EF4-FFF2-40B4-BE49-F238E27FC236}">
                      <a16:creationId xmlns:a16="http://schemas.microsoft.com/office/drawing/2014/main" id="{26D4ACAA-FE11-C7A4-31B5-0F81250A006A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직선 화살표 연결선 563">
                  <a:extLst>
                    <a:ext uri="{FF2B5EF4-FFF2-40B4-BE49-F238E27FC236}">
                      <a16:creationId xmlns:a16="http://schemas.microsoft.com/office/drawing/2014/main" id="{937DD4AE-7A4B-2395-FE53-B2D19F4B527F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직선 화살표 연결선 564">
                  <a:extLst>
                    <a:ext uri="{FF2B5EF4-FFF2-40B4-BE49-F238E27FC236}">
                      <a16:creationId xmlns:a16="http://schemas.microsoft.com/office/drawing/2014/main" id="{E7674A53-58F2-651D-55B5-B52ECE2FB9CE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직선 화살표 연결선 565">
                  <a:extLst>
                    <a:ext uri="{FF2B5EF4-FFF2-40B4-BE49-F238E27FC236}">
                      <a16:creationId xmlns:a16="http://schemas.microsoft.com/office/drawing/2014/main" id="{D56EA460-863D-046F-9464-86D84DEE9F32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직선 화살표 연결선 566">
                  <a:extLst>
                    <a:ext uri="{FF2B5EF4-FFF2-40B4-BE49-F238E27FC236}">
                      <a16:creationId xmlns:a16="http://schemas.microsoft.com/office/drawing/2014/main" id="{9846D1C5-2319-F512-CC50-5A067CD80121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7A31087A-7663-55A6-43B3-F0681328F8E6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69" name="직선 화살표 연결선 568">
                  <a:extLst>
                    <a:ext uri="{FF2B5EF4-FFF2-40B4-BE49-F238E27FC236}">
                      <a16:creationId xmlns:a16="http://schemas.microsoft.com/office/drawing/2014/main" id="{5883392D-82E6-882E-6657-897DAB8AFD4D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직선 화살표 연결선 569">
                  <a:extLst>
                    <a:ext uri="{FF2B5EF4-FFF2-40B4-BE49-F238E27FC236}">
                      <a16:creationId xmlns:a16="http://schemas.microsoft.com/office/drawing/2014/main" id="{4BE3CF35-1CB0-4318-C87B-824485724A3A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직선 화살표 연결선 570">
                  <a:extLst>
                    <a:ext uri="{FF2B5EF4-FFF2-40B4-BE49-F238E27FC236}">
                      <a16:creationId xmlns:a16="http://schemas.microsoft.com/office/drawing/2014/main" id="{A6F9406A-7E5F-B708-0047-212A8DEA35CD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직선 화살표 연결선 571">
                  <a:extLst>
                    <a:ext uri="{FF2B5EF4-FFF2-40B4-BE49-F238E27FC236}">
                      <a16:creationId xmlns:a16="http://schemas.microsoft.com/office/drawing/2014/main" id="{64B9B71A-13F9-3341-E8FF-0CF3A8FF3CAA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직선 화살표 연결선 572">
                  <a:extLst>
                    <a:ext uri="{FF2B5EF4-FFF2-40B4-BE49-F238E27FC236}">
                      <a16:creationId xmlns:a16="http://schemas.microsoft.com/office/drawing/2014/main" id="{1A8EE0AE-7C77-C495-6FBE-F884FE7FF6F0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직선 화살표 연결선 573">
                  <a:extLst>
                    <a:ext uri="{FF2B5EF4-FFF2-40B4-BE49-F238E27FC236}">
                      <a16:creationId xmlns:a16="http://schemas.microsoft.com/office/drawing/2014/main" id="{F7A0FD9F-DB19-EF8E-1BCD-F7F657257C9D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직선 화살표 연결선 574">
                  <a:extLst>
                    <a:ext uri="{FF2B5EF4-FFF2-40B4-BE49-F238E27FC236}">
                      <a16:creationId xmlns:a16="http://schemas.microsoft.com/office/drawing/2014/main" id="{98EBBC94-3FBC-E290-34DA-1D6F6EE4DDD9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직선 화살표 연결선 575">
                  <a:extLst>
                    <a:ext uri="{FF2B5EF4-FFF2-40B4-BE49-F238E27FC236}">
                      <a16:creationId xmlns:a16="http://schemas.microsoft.com/office/drawing/2014/main" id="{CAD746AD-5426-4B82-1279-B2CFD49C8CB5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직선 화살표 연결선 576">
                  <a:extLst>
                    <a:ext uri="{FF2B5EF4-FFF2-40B4-BE49-F238E27FC236}">
                      <a16:creationId xmlns:a16="http://schemas.microsoft.com/office/drawing/2014/main" id="{ED97DE7F-1906-C90A-8039-162EC8892C6D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직선 화살표 연결선 577">
                  <a:extLst>
                    <a:ext uri="{FF2B5EF4-FFF2-40B4-BE49-F238E27FC236}">
                      <a16:creationId xmlns:a16="http://schemas.microsoft.com/office/drawing/2014/main" id="{24BECC7C-4CB4-32F5-DD87-EE1D4237A805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직선 화살표 연결선 578">
                  <a:extLst>
                    <a:ext uri="{FF2B5EF4-FFF2-40B4-BE49-F238E27FC236}">
                      <a16:creationId xmlns:a16="http://schemas.microsoft.com/office/drawing/2014/main" id="{4223880F-26A5-D58B-8A25-07C819B889CF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직선 화살표 연결선 579">
                  <a:extLst>
                    <a:ext uri="{FF2B5EF4-FFF2-40B4-BE49-F238E27FC236}">
                      <a16:creationId xmlns:a16="http://schemas.microsoft.com/office/drawing/2014/main" id="{5C56E087-4635-B782-DEF8-98FB4F054B57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직선 화살표 연결선 580">
                  <a:extLst>
                    <a:ext uri="{FF2B5EF4-FFF2-40B4-BE49-F238E27FC236}">
                      <a16:creationId xmlns:a16="http://schemas.microsoft.com/office/drawing/2014/main" id="{97CF747C-BFDB-47AA-313C-3610B3319958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직선 화살표 연결선 581">
                  <a:extLst>
                    <a:ext uri="{FF2B5EF4-FFF2-40B4-BE49-F238E27FC236}">
                      <a16:creationId xmlns:a16="http://schemas.microsoft.com/office/drawing/2014/main" id="{0453D1E5-CD42-0A78-B640-5365516EF43B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직선 화살표 연결선 582">
                  <a:extLst>
                    <a:ext uri="{FF2B5EF4-FFF2-40B4-BE49-F238E27FC236}">
                      <a16:creationId xmlns:a16="http://schemas.microsoft.com/office/drawing/2014/main" id="{4AE5D45D-EFEA-97B6-B2A3-1880AB876B91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직선 화살표 연결선 583">
                  <a:extLst>
                    <a:ext uri="{FF2B5EF4-FFF2-40B4-BE49-F238E27FC236}">
                      <a16:creationId xmlns:a16="http://schemas.microsoft.com/office/drawing/2014/main" id="{A7F3A15F-E108-F675-451F-F147D94427F7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직선 화살표 연결선 584">
                  <a:extLst>
                    <a:ext uri="{FF2B5EF4-FFF2-40B4-BE49-F238E27FC236}">
                      <a16:creationId xmlns:a16="http://schemas.microsoft.com/office/drawing/2014/main" id="{9ED32BF1-D477-7B8D-E04F-7BBE62948FA4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6" name="직선 화살표 연결선 585">
                  <a:extLst>
                    <a:ext uri="{FF2B5EF4-FFF2-40B4-BE49-F238E27FC236}">
                      <a16:creationId xmlns:a16="http://schemas.microsoft.com/office/drawing/2014/main" id="{0AA5CAB1-F888-7B44-5E49-266AB9D1CE92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직선 화살표 연결선 586">
                  <a:extLst>
                    <a:ext uri="{FF2B5EF4-FFF2-40B4-BE49-F238E27FC236}">
                      <a16:creationId xmlns:a16="http://schemas.microsoft.com/office/drawing/2014/main" id="{6999D07B-E8E1-EB2B-8488-728E0D08E20B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직선 화살표 연결선 587">
                  <a:extLst>
                    <a:ext uri="{FF2B5EF4-FFF2-40B4-BE49-F238E27FC236}">
                      <a16:creationId xmlns:a16="http://schemas.microsoft.com/office/drawing/2014/main" id="{1CD08815-783C-E385-F647-414B6CC39D4C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직선 화살표 연결선 588">
                  <a:extLst>
                    <a:ext uri="{FF2B5EF4-FFF2-40B4-BE49-F238E27FC236}">
                      <a16:creationId xmlns:a16="http://schemas.microsoft.com/office/drawing/2014/main" id="{54DA0C64-BA98-457D-71CD-52EE18C130C1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직선 화살표 연결선 589">
                  <a:extLst>
                    <a:ext uri="{FF2B5EF4-FFF2-40B4-BE49-F238E27FC236}">
                      <a16:creationId xmlns:a16="http://schemas.microsoft.com/office/drawing/2014/main" id="{B490F6E4-F5FA-2FFD-4DE4-5879866A9CCD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91" name="TextBox 590">
                  <a:extLst>
                    <a:ext uri="{FF2B5EF4-FFF2-40B4-BE49-F238E27FC236}">
                      <a16:creationId xmlns:a16="http://schemas.microsoft.com/office/drawing/2014/main" id="{802E76CD-CEC0-E3B1-2E20-7F9E2F888AB5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F8A6BAD2-A348-4DCD-4B6B-374661F10661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3" name="TextBox 592">
                  <a:extLst>
                    <a:ext uri="{FF2B5EF4-FFF2-40B4-BE49-F238E27FC236}">
                      <a16:creationId xmlns:a16="http://schemas.microsoft.com/office/drawing/2014/main" id="{024DFD98-D84A-9DB4-C519-44AB31F79391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4" name="직사각형 593">
                  <a:extLst>
                    <a:ext uri="{FF2B5EF4-FFF2-40B4-BE49-F238E27FC236}">
                      <a16:creationId xmlns:a16="http://schemas.microsoft.com/office/drawing/2014/main" id="{FD9FBD38-D219-DDAB-177A-4C69B3535F5B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5" name="직사각형 594">
                  <a:extLst>
                    <a:ext uri="{FF2B5EF4-FFF2-40B4-BE49-F238E27FC236}">
                      <a16:creationId xmlns:a16="http://schemas.microsoft.com/office/drawing/2014/main" id="{31349CCB-7549-52C3-9C08-22CF7C3D1F15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6" name="직사각형 595">
                  <a:extLst>
                    <a:ext uri="{FF2B5EF4-FFF2-40B4-BE49-F238E27FC236}">
                      <a16:creationId xmlns:a16="http://schemas.microsoft.com/office/drawing/2014/main" id="{F0DB859D-419A-C1F3-E257-1B91A032EF45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97" name="직선 화살표 연결선 596">
                  <a:extLst>
                    <a:ext uri="{FF2B5EF4-FFF2-40B4-BE49-F238E27FC236}">
                      <a16:creationId xmlns:a16="http://schemas.microsoft.com/office/drawing/2014/main" id="{4E3ED903-69E7-1F91-F25E-FC87DDC183FD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50DC367D-A9C4-177F-02D9-82646D7FA691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99" name="직선 화살표 연결선 598">
                  <a:extLst>
                    <a:ext uri="{FF2B5EF4-FFF2-40B4-BE49-F238E27FC236}">
                      <a16:creationId xmlns:a16="http://schemas.microsoft.com/office/drawing/2014/main" id="{16A85DA8-8467-234A-D25D-AE39C15584CC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0" name="TextBox 599">
                  <a:extLst>
                    <a:ext uri="{FF2B5EF4-FFF2-40B4-BE49-F238E27FC236}">
                      <a16:creationId xmlns:a16="http://schemas.microsoft.com/office/drawing/2014/main" id="{ECC3FFCA-C770-1DF1-3872-88EEFF37D995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01" name="직사각형 600">
                  <a:extLst>
                    <a:ext uri="{FF2B5EF4-FFF2-40B4-BE49-F238E27FC236}">
                      <a16:creationId xmlns:a16="http://schemas.microsoft.com/office/drawing/2014/main" id="{FBE4D799-473B-D7EF-7C25-9BDE484765DD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02" name="직사각형 601">
                  <a:extLst>
                    <a:ext uri="{FF2B5EF4-FFF2-40B4-BE49-F238E27FC236}">
                      <a16:creationId xmlns:a16="http://schemas.microsoft.com/office/drawing/2014/main" id="{B592367A-220A-FBBB-DBF9-A28B8C4EC3BB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03" name="직사각형 602">
                  <a:extLst>
                    <a:ext uri="{FF2B5EF4-FFF2-40B4-BE49-F238E27FC236}">
                      <a16:creationId xmlns:a16="http://schemas.microsoft.com/office/drawing/2014/main" id="{CEC819B1-E9D5-0E10-77BD-256AC1A1CC6F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04" name="직선 화살표 연결선 603">
                  <a:extLst>
                    <a:ext uri="{FF2B5EF4-FFF2-40B4-BE49-F238E27FC236}">
                      <a16:creationId xmlns:a16="http://schemas.microsoft.com/office/drawing/2014/main" id="{9D260BB2-3FE5-FE0D-C773-BAB88C4D33F8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5" name="TextBox 604">
                  <a:extLst>
                    <a:ext uri="{FF2B5EF4-FFF2-40B4-BE49-F238E27FC236}">
                      <a16:creationId xmlns:a16="http://schemas.microsoft.com/office/drawing/2014/main" id="{6D0B854C-7488-446D-E756-9123937F7B75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06" name="직선 화살표 연결선 605">
                  <a:extLst>
                    <a:ext uri="{FF2B5EF4-FFF2-40B4-BE49-F238E27FC236}">
                      <a16:creationId xmlns:a16="http://schemas.microsoft.com/office/drawing/2014/main" id="{21EEA14D-2F96-813D-09B1-BE64861D99D8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7" name="TextBox 606">
                  <a:extLst>
                    <a:ext uri="{FF2B5EF4-FFF2-40B4-BE49-F238E27FC236}">
                      <a16:creationId xmlns:a16="http://schemas.microsoft.com/office/drawing/2014/main" id="{3E8BCDC2-BA9F-3BC7-C898-5CFF4E825870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10" name="직사각형 609">
                  <a:extLst>
                    <a:ext uri="{FF2B5EF4-FFF2-40B4-BE49-F238E27FC236}">
                      <a16:creationId xmlns:a16="http://schemas.microsoft.com/office/drawing/2014/main" id="{1D7DEA8A-941C-A557-8073-682B552835EB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11" name="직사각형 610">
                  <a:extLst>
                    <a:ext uri="{FF2B5EF4-FFF2-40B4-BE49-F238E27FC236}">
                      <a16:creationId xmlns:a16="http://schemas.microsoft.com/office/drawing/2014/main" id="{7C99D8EF-6765-D77E-4FA5-DBAF86F98C96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14" name="직선 화살표 연결선 613">
                  <a:extLst>
                    <a:ext uri="{FF2B5EF4-FFF2-40B4-BE49-F238E27FC236}">
                      <a16:creationId xmlns:a16="http://schemas.microsoft.com/office/drawing/2014/main" id="{E7551DE7-0450-BF2A-9C3C-6AB716ED6314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직선 화살표 연결선 614">
                  <a:extLst>
                    <a:ext uri="{FF2B5EF4-FFF2-40B4-BE49-F238E27FC236}">
                      <a16:creationId xmlns:a16="http://schemas.microsoft.com/office/drawing/2014/main" id="{B183FC10-6FB4-5E52-5553-AB6CC6924AE6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직선 화살표 연결선 615">
                  <a:extLst>
                    <a:ext uri="{FF2B5EF4-FFF2-40B4-BE49-F238E27FC236}">
                      <a16:creationId xmlns:a16="http://schemas.microsoft.com/office/drawing/2014/main" id="{1307F9F0-DE2A-E79C-A947-6D953E1B46D7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7" name="직선 화살표 연결선 516">
                <a:extLst>
                  <a:ext uri="{FF2B5EF4-FFF2-40B4-BE49-F238E27FC236}">
                    <a16:creationId xmlns:a16="http://schemas.microsoft.com/office/drawing/2014/main" id="{5E2FA11C-FAC3-293B-5346-A6A954B4FDCF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8" name="직선 화살표 연결선 517">
                <a:extLst>
                  <a:ext uri="{FF2B5EF4-FFF2-40B4-BE49-F238E27FC236}">
                    <a16:creationId xmlns:a16="http://schemas.microsoft.com/office/drawing/2014/main" id="{534BBC34-958F-6DFD-CB2D-4F48C99FFA58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9" name="직선 화살표 연결선 518">
                <a:extLst>
                  <a:ext uri="{FF2B5EF4-FFF2-40B4-BE49-F238E27FC236}">
                    <a16:creationId xmlns:a16="http://schemas.microsoft.com/office/drawing/2014/main" id="{74341A95-A0FA-AE00-C0F1-85FE20939EBC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0" name="직선 화살표 연결선 519">
                <a:extLst>
                  <a:ext uri="{FF2B5EF4-FFF2-40B4-BE49-F238E27FC236}">
                    <a16:creationId xmlns:a16="http://schemas.microsoft.com/office/drawing/2014/main" id="{762C3856-B14D-A964-99F0-D173D865E494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1" name="직선 화살표 연결선 520">
                <a:extLst>
                  <a:ext uri="{FF2B5EF4-FFF2-40B4-BE49-F238E27FC236}">
                    <a16:creationId xmlns:a16="http://schemas.microsoft.com/office/drawing/2014/main" id="{DF444224-6624-26FD-EF74-34793E88AF4C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14" name="직사각형 513">
              <a:extLst>
                <a:ext uri="{FF2B5EF4-FFF2-40B4-BE49-F238E27FC236}">
                  <a16:creationId xmlns:a16="http://schemas.microsoft.com/office/drawing/2014/main" id="{0FFF2D0E-4E63-2AF6-306D-10CC83C054AF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1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Task </a:t>
            </a:r>
            <a:r>
              <a:rPr kumimoji="1" lang="ko-KR" altLang="en-US" dirty="0"/>
              <a:t>시작 지점</a:t>
            </a:r>
            <a:endParaRPr kumimoji="1"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FAC8F-03FC-30FD-FAD9-9A20428204C0}"/>
              </a:ext>
            </a:extLst>
          </p:cNvPr>
          <p:cNvSpPr txBox="1"/>
          <p:nvPr/>
        </p:nvSpPr>
        <p:spPr>
          <a:xfrm>
            <a:off x="7165503" y="1234708"/>
            <a:ext cx="4693476" cy="54095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7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MutexType</a:t>
            </a:r>
            <a:r>
              <a:rPr lang="en" altLang="ko-Kore-KR" sz="17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" altLang="ko-Kore-KR" sz="17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1;</a:t>
            </a:r>
          </a:p>
          <a:p>
            <a:b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" altLang="ko-Kore-KR" sz="17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17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7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7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-5;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7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7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++c);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7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 == -4) {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17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InitMutex(&amp;M1, Event1);</a:t>
            </a:r>
          </a:p>
          <a:p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700" b="1" dirty="0">
                <a:solidFill>
                  <a:srgbClr val="FF0000"/>
                </a:solidFill>
                <a:latin typeface="Consolas" panose="020B0609020204030204" pitchFamily="49" charset="0"/>
              </a:rPr>
              <a:t>c == 0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ActivateTask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ko-KR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700" b="1" dirty="0">
                <a:solidFill>
                  <a:srgbClr val="FF0000"/>
                </a:solidFill>
                <a:latin typeface="Consolas" panose="020B0609020204030204" pitchFamily="49" charset="0"/>
              </a:rPr>
              <a:t>c == 5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ActivateTask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ko-KR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700" b="1" dirty="0">
                <a:solidFill>
                  <a:srgbClr val="FF0000"/>
                </a:solidFill>
                <a:latin typeface="Consolas" panose="020B0609020204030204" pitchFamily="49" charset="0"/>
              </a:rPr>
              <a:t>c == 7</a:t>
            </a:r>
            <a:r>
              <a:rPr lang="en-US" altLang="ko-KR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ActivateTask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TaskM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ko-KR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" altLang="ko-Kore-KR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17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CB32D7D7-000D-E654-0772-B50B3797278F}"/>
              </a:ext>
            </a:extLst>
          </p:cNvPr>
          <p:cNvGrpSpPr/>
          <p:nvPr/>
        </p:nvGrpSpPr>
        <p:grpSpPr>
          <a:xfrm>
            <a:off x="333021" y="2445762"/>
            <a:ext cx="6477404" cy="2768683"/>
            <a:chOff x="333021" y="2445762"/>
            <a:chExt cx="6477404" cy="2768683"/>
          </a:xfrm>
        </p:grpSpPr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20FB16D8-9E48-DFCC-DF6B-C798A75CB0FA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D5C0F802-CE1D-D24E-FE73-D256B4CB57B0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EA201CDC-1ACE-28D1-4132-2C5C9192684C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0A5E7A3A-CC00-C8AE-09CD-47352BA4DD1B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" name="직선 화살표 연결선 99">
                  <a:extLst>
                    <a:ext uri="{FF2B5EF4-FFF2-40B4-BE49-F238E27FC236}">
                      <a16:creationId xmlns:a16="http://schemas.microsoft.com/office/drawing/2014/main" id="{8ACB6402-9066-1236-126C-A4614672D1E3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화살표 연결선 100">
                  <a:extLst>
                    <a:ext uri="{FF2B5EF4-FFF2-40B4-BE49-F238E27FC236}">
                      <a16:creationId xmlns:a16="http://schemas.microsoft.com/office/drawing/2014/main" id="{E157D436-6451-FFB8-7961-DB84A1EC71AD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화살표 연결선 101">
                  <a:extLst>
                    <a:ext uri="{FF2B5EF4-FFF2-40B4-BE49-F238E27FC236}">
                      <a16:creationId xmlns:a16="http://schemas.microsoft.com/office/drawing/2014/main" id="{84699756-6290-9CD0-6838-A8B3396720E8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A781EB25-2ED9-C827-A026-E95FA57CA8FF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화살표 연결선 106">
                  <a:extLst>
                    <a:ext uri="{FF2B5EF4-FFF2-40B4-BE49-F238E27FC236}">
                      <a16:creationId xmlns:a16="http://schemas.microsoft.com/office/drawing/2014/main" id="{7526BFBD-1897-4DE3-61CE-BE15A60DC49A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화살표 연결선 107">
                  <a:extLst>
                    <a:ext uri="{FF2B5EF4-FFF2-40B4-BE49-F238E27FC236}">
                      <a16:creationId xmlns:a16="http://schemas.microsoft.com/office/drawing/2014/main" id="{7DE5E335-36CA-550B-6F30-545C61AEFDFC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화살표 연결선 108">
                  <a:extLst>
                    <a:ext uri="{FF2B5EF4-FFF2-40B4-BE49-F238E27FC236}">
                      <a16:creationId xmlns:a16="http://schemas.microsoft.com/office/drawing/2014/main" id="{D252B767-6CF5-D169-BDDE-3422CC44FCBA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화살표 연결선 109">
                  <a:extLst>
                    <a:ext uri="{FF2B5EF4-FFF2-40B4-BE49-F238E27FC236}">
                      <a16:creationId xmlns:a16="http://schemas.microsoft.com/office/drawing/2014/main" id="{34C08016-BFA9-1A19-E5BC-7AC7101F53B8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화살표 연결선 110">
                  <a:extLst>
                    <a:ext uri="{FF2B5EF4-FFF2-40B4-BE49-F238E27FC236}">
                      <a16:creationId xmlns:a16="http://schemas.microsoft.com/office/drawing/2014/main" id="{1BDC5A4E-F102-712E-EFBF-6B1FDDC3BA25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화살표 연결선 124">
                  <a:extLst>
                    <a:ext uri="{FF2B5EF4-FFF2-40B4-BE49-F238E27FC236}">
                      <a16:creationId xmlns:a16="http://schemas.microsoft.com/office/drawing/2014/main" id="{0B8C4EBD-2786-3AF4-3201-A83CCA265DF7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화살표 연결선 125">
                  <a:extLst>
                    <a:ext uri="{FF2B5EF4-FFF2-40B4-BE49-F238E27FC236}">
                      <a16:creationId xmlns:a16="http://schemas.microsoft.com/office/drawing/2014/main" id="{5971521F-A2A3-EAB8-9F65-31B54BD3E882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화살표 연결선 126">
                  <a:extLst>
                    <a:ext uri="{FF2B5EF4-FFF2-40B4-BE49-F238E27FC236}">
                      <a16:creationId xmlns:a16="http://schemas.microsoft.com/office/drawing/2014/main" id="{0BC7F9C2-7D20-AD5F-8780-6E9FA8A9F290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화살표 연결선 127">
                  <a:extLst>
                    <a:ext uri="{FF2B5EF4-FFF2-40B4-BE49-F238E27FC236}">
                      <a16:creationId xmlns:a16="http://schemas.microsoft.com/office/drawing/2014/main" id="{7E1301B7-27CA-7329-9D57-1522EEEDF3DF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화살표 연결선 128">
                  <a:extLst>
                    <a:ext uri="{FF2B5EF4-FFF2-40B4-BE49-F238E27FC236}">
                      <a16:creationId xmlns:a16="http://schemas.microsoft.com/office/drawing/2014/main" id="{D09231CF-7348-D950-E9CF-BC9CE186445A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화살표 연결선 131">
                  <a:extLst>
                    <a:ext uri="{FF2B5EF4-FFF2-40B4-BE49-F238E27FC236}">
                      <a16:creationId xmlns:a16="http://schemas.microsoft.com/office/drawing/2014/main" id="{5960D48D-06B7-0EB9-040B-DCD185667610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직선 화살표 연결선 139">
                  <a:extLst>
                    <a:ext uri="{FF2B5EF4-FFF2-40B4-BE49-F238E27FC236}">
                      <a16:creationId xmlns:a16="http://schemas.microsoft.com/office/drawing/2014/main" id="{398C3603-D28B-87C5-76DD-11BA71018BB3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직선 화살표 연결선 140">
                  <a:extLst>
                    <a:ext uri="{FF2B5EF4-FFF2-40B4-BE49-F238E27FC236}">
                      <a16:creationId xmlns:a16="http://schemas.microsoft.com/office/drawing/2014/main" id="{13631F7C-524D-98AA-F6D9-34CE0F3C428F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직선 화살표 연결선 141">
                  <a:extLst>
                    <a:ext uri="{FF2B5EF4-FFF2-40B4-BE49-F238E27FC236}">
                      <a16:creationId xmlns:a16="http://schemas.microsoft.com/office/drawing/2014/main" id="{287418AD-374F-5E4B-81A2-D8E6EB433988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화살표 연결선 142">
                  <a:extLst>
                    <a:ext uri="{FF2B5EF4-FFF2-40B4-BE49-F238E27FC236}">
                      <a16:creationId xmlns:a16="http://schemas.microsoft.com/office/drawing/2014/main" id="{1C32D9B5-E8E1-72B5-B3BF-E773C31FEEC6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화살표 연결선 143">
                  <a:extLst>
                    <a:ext uri="{FF2B5EF4-FFF2-40B4-BE49-F238E27FC236}">
                      <a16:creationId xmlns:a16="http://schemas.microsoft.com/office/drawing/2014/main" id="{F1A02B8D-A825-F59D-C988-3BC84762210B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화살표 연결선 144">
                  <a:extLst>
                    <a:ext uri="{FF2B5EF4-FFF2-40B4-BE49-F238E27FC236}">
                      <a16:creationId xmlns:a16="http://schemas.microsoft.com/office/drawing/2014/main" id="{866078A1-0A77-116C-C161-028EC2E3489B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직선 화살표 연결선 145">
                  <a:extLst>
                    <a:ext uri="{FF2B5EF4-FFF2-40B4-BE49-F238E27FC236}">
                      <a16:creationId xmlns:a16="http://schemas.microsoft.com/office/drawing/2014/main" id="{FBB04866-8184-99D1-9EBD-3F605DF83681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478B7770-E084-1208-6E26-0E5B9D72C5E7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48" name="직선 화살표 연결선 147">
                  <a:extLst>
                    <a:ext uri="{FF2B5EF4-FFF2-40B4-BE49-F238E27FC236}">
                      <a16:creationId xmlns:a16="http://schemas.microsoft.com/office/drawing/2014/main" id="{09E58E01-B9CA-E3FC-E081-4257D2FEC1F9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직선 화살표 연결선 148">
                  <a:extLst>
                    <a:ext uri="{FF2B5EF4-FFF2-40B4-BE49-F238E27FC236}">
                      <a16:creationId xmlns:a16="http://schemas.microsoft.com/office/drawing/2014/main" id="{549AB8A5-5A4B-0210-C35B-952E40AC8D0E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직선 화살표 연결선 149">
                  <a:extLst>
                    <a:ext uri="{FF2B5EF4-FFF2-40B4-BE49-F238E27FC236}">
                      <a16:creationId xmlns:a16="http://schemas.microsoft.com/office/drawing/2014/main" id="{4D7C246B-E268-89C4-675F-3446079DB62F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직선 화살표 연결선 150">
                  <a:extLst>
                    <a:ext uri="{FF2B5EF4-FFF2-40B4-BE49-F238E27FC236}">
                      <a16:creationId xmlns:a16="http://schemas.microsoft.com/office/drawing/2014/main" id="{3F0BD89F-84EB-8474-EAD0-EF34AE116176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직선 화살표 연결선 151">
                  <a:extLst>
                    <a:ext uri="{FF2B5EF4-FFF2-40B4-BE49-F238E27FC236}">
                      <a16:creationId xmlns:a16="http://schemas.microsoft.com/office/drawing/2014/main" id="{AF69044E-F3EC-7F20-8D5C-F00C59044798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화살표 연결선 152">
                  <a:extLst>
                    <a:ext uri="{FF2B5EF4-FFF2-40B4-BE49-F238E27FC236}">
                      <a16:creationId xmlns:a16="http://schemas.microsoft.com/office/drawing/2014/main" id="{B87D4622-8970-C5D6-0F44-1A008B12FCA1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화살표 연결선 153">
                  <a:extLst>
                    <a:ext uri="{FF2B5EF4-FFF2-40B4-BE49-F238E27FC236}">
                      <a16:creationId xmlns:a16="http://schemas.microsoft.com/office/drawing/2014/main" id="{2390ECD3-FF98-0E14-C9E4-C5F6F2C5DB18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직선 화살표 연결선 154">
                  <a:extLst>
                    <a:ext uri="{FF2B5EF4-FFF2-40B4-BE49-F238E27FC236}">
                      <a16:creationId xmlns:a16="http://schemas.microsoft.com/office/drawing/2014/main" id="{7FFB88C3-862F-4AA8-22E5-2C471A1BB92F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직선 화살표 연결선 155">
                  <a:extLst>
                    <a:ext uri="{FF2B5EF4-FFF2-40B4-BE49-F238E27FC236}">
                      <a16:creationId xmlns:a16="http://schemas.microsoft.com/office/drawing/2014/main" id="{88F15F83-2D36-1792-E1A4-3E1F48A79F3B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화살표 연결선 156">
                  <a:extLst>
                    <a:ext uri="{FF2B5EF4-FFF2-40B4-BE49-F238E27FC236}">
                      <a16:creationId xmlns:a16="http://schemas.microsoft.com/office/drawing/2014/main" id="{4FAA568A-7F5F-4592-D7C3-13CE5AF4E2B1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화살표 연결선 157">
                  <a:extLst>
                    <a:ext uri="{FF2B5EF4-FFF2-40B4-BE49-F238E27FC236}">
                      <a16:creationId xmlns:a16="http://schemas.microsoft.com/office/drawing/2014/main" id="{30C12F3C-49C9-1DED-C1C5-36F8B59406E2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직선 화살표 연결선 158">
                  <a:extLst>
                    <a:ext uri="{FF2B5EF4-FFF2-40B4-BE49-F238E27FC236}">
                      <a16:creationId xmlns:a16="http://schemas.microsoft.com/office/drawing/2014/main" id="{3791EF3C-79D4-B749-04BD-043E4538FE37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직선 화살표 연결선 159">
                  <a:extLst>
                    <a:ext uri="{FF2B5EF4-FFF2-40B4-BE49-F238E27FC236}">
                      <a16:creationId xmlns:a16="http://schemas.microsoft.com/office/drawing/2014/main" id="{A4AC8E5D-95F7-CDDF-FC50-ECF50BA877D0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화살표 연결선 160">
                  <a:extLst>
                    <a:ext uri="{FF2B5EF4-FFF2-40B4-BE49-F238E27FC236}">
                      <a16:creationId xmlns:a16="http://schemas.microsoft.com/office/drawing/2014/main" id="{ECF3894A-1107-6FBA-759F-34AB01AC76BD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화살표 연결선 161">
                  <a:extLst>
                    <a:ext uri="{FF2B5EF4-FFF2-40B4-BE49-F238E27FC236}">
                      <a16:creationId xmlns:a16="http://schemas.microsoft.com/office/drawing/2014/main" id="{6AA05A01-78FB-1179-BF32-080A769D7BB4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화살표 연결선 162">
                  <a:extLst>
                    <a:ext uri="{FF2B5EF4-FFF2-40B4-BE49-F238E27FC236}">
                      <a16:creationId xmlns:a16="http://schemas.microsoft.com/office/drawing/2014/main" id="{29950BC5-83B8-27D2-94CB-0FF77CE71B1B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직선 화살표 연결선 163">
                  <a:extLst>
                    <a:ext uri="{FF2B5EF4-FFF2-40B4-BE49-F238E27FC236}">
                      <a16:creationId xmlns:a16="http://schemas.microsoft.com/office/drawing/2014/main" id="{6DCD58D1-B884-F956-1C6D-62A39A12C6A2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화살표 연결선 164">
                  <a:extLst>
                    <a:ext uri="{FF2B5EF4-FFF2-40B4-BE49-F238E27FC236}">
                      <a16:creationId xmlns:a16="http://schemas.microsoft.com/office/drawing/2014/main" id="{5628E9F6-9285-B3F5-A0A6-8E082F8636A1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직선 화살표 연결선 165">
                  <a:extLst>
                    <a:ext uri="{FF2B5EF4-FFF2-40B4-BE49-F238E27FC236}">
                      <a16:creationId xmlns:a16="http://schemas.microsoft.com/office/drawing/2014/main" id="{AE979DE5-D32F-2E92-BAFE-CBA63C4B77F7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화살표 연결선 166">
                  <a:extLst>
                    <a:ext uri="{FF2B5EF4-FFF2-40B4-BE49-F238E27FC236}">
                      <a16:creationId xmlns:a16="http://schemas.microsoft.com/office/drawing/2014/main" id="{06C115A1-3324-9AF4-8BFA-F1AA777A57C2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직선 화살표 연결선 167">
                  <a:extLst>
                    <a:ext uri="{FF2B5EF4-FFF2-40B4-BE49-F238E27FC236}">
                      <a16:creationId xmlns:a16="http://schemas.microsoft.com/office/drawing/2014/main" id="{038E788D-BCA8-AF88-8F4C-F0B44F8A60D7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직선 화살표 연결선 168">
                  <a:extLst>
                    <a:ext uri="{FF2B5EF4-FFF2-40B4-BE49-F238E27FC236}">
                      <a16:creationId xmlns:a16="http://schemas.microsoft.com/office/drawing/2014/main" id="{2D8A5FAB-0056-174C-407F-9CB38DD6F0AA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568D1D1-4E18-54DF-51A2-9D20237E90DF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71" name="직선 화살표 연결선 170">
                  <a:extLst>
                    <a:ext uri="{FF2B5EF4-FFF2-40B4-BE49-F238E27FC236}">
                      <a16:creationId xmlns:a16="http://schemas.microsoft.com/office/drawing/2014/main" id="{D4CB74CF-1A24-27A9-6C35-6694A7629D32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직선 화살표 연결선 171">
                  <a:extLst>
                    <a:ext uri="{FF2B5EF4-FFF2-40B4-BE49-F238E27FC236}">
                      <a16:creationId xmlns:a16="http://schemas.microsoft.com/office/drawing/2014/main" id="{5B3BD6C2-F8EA-1684-3980-8928AD0A6A7A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직선 화살표 연결선 172">
                  <a:extLst>
                    <a:ext uri="{FF2B5EF4-FFF2-40B4-BE49-F238E27FC236}">
                      <a16:creationId xmlns:a16="http://schemas.microsoft.com/office/drawing/2014/main" id="{B9C58AC9-12E7-8784-8C44-47289E94A818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직선 화살표 연결선 173">
                  <a:extLst>
                    <a:ext uri="{FF2B5EF4-FFF2-40B4-BE49-F238E27FC236}">
                      <a16:creationId xmlns:a16="http://schemas.microsoft.com/office/drawing/2014/main" id="{9573834E-79A6-3A2E-0C4B-C24F5924DF00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직선 화살표 연결선 174">
                  <a:extLst>
                    <a:ext uri="{FF2B5EF4-FFF2-40B4-BE49-F238E27FC236}">
                      <a16:creationId xmlns:a16="http://schemas.microsoft.com/office/drawing/2014/main" id="{2EDBE359-C688-AF9A-7863-DE54981D13BD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직선 화살표 연결선 175">
                  <a:extLst>
                    <a:ext uri="{FF2B5EF4-FFF2-40B4-BE49-F238E27FC236}">
                      <a16:creationId xmlns:a16="http://schemas.microsoft.com/office/drawing/2014/main" id="{9D714AA0-11F7-4707-15DE-9104C676D1A8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직선 화살표 연결선 176">
                  <a:extLst>
                    <a:ext uri="{FF2B5EF4-FFF2-40B4-BE49-F238E27FC236}">
                      <a16:creationId xmlns:a16="http://schemas.microsoft.com/office/drawing/2014/main" id="{2D565CF0-4C30-98B1-ECFB-58CAFEF9A5C1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직선 화살표 연결선 177">
                  <a:extLst>
                    <a:ext uri="{FF2B5EF4-FFF2-40B4-BE49-F238E27FC236}">
                      <a16:creationId xmlns:a16="http://schemas.microsoft.com/office/drawing/2014/main" id="{9ADBA382-800D-F62D-4E86-336074421C8B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직선 화살표 연결선 178">
                  <a:extLst>
                    <a:ext uri="{FF2B5EF4-FFF2-40B4-BE49-F238E27FC236}">
                      <a16:creationId xmlns:a16="http://schemas.microsoft.com/office/drawing/2014/main" id="{0F55BBA1-DE6B-778D-2284-EF7FD9FE159E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화살표 연결선 179">
                  <a:extLst>
                    <a:ext uri="{FF2B5EF4-FFF2-40B4-BE49-F238E27FC236}">
                      <a16:creationId xmlns:a16="http://schemas.microsoft.com/office/drawing/2014/main" id="{8FF43170-B26D-22E3-3F51-EF453C2587ED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직선 화살표 연결선 180">
                  <a:extLst>
                    <a:ext uri="{FF2B5EF4-FFF2-40B4-BE49-F238E27FC236}">
                      <a16:creationId xmlns:a16="http://schemas.microsoft.com/office/drawing/2014/main" id="{FD5C28A6-3F94-C4B8-AA9D-A0E0F335EBF5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직선 화살표 연결선 181">
                  <a:extLst>
                    <a:ext uri="{FF2B5EF4-FFF2-40B4-BE49-F238E27FC236}">
                      <a16:creationId xmlns:a16="http://schemas.microsoft.com/office/drawing/2014/main" id="{683C4810-C44D-DFFB-FF20-FC6A2BD876AD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직선 화살표 연결선 182">
                  <a:extLst>
                    <a:ext uri="{FF2B5EF4-FFF2-40B4-BE49-F238E27FC236}">
                      <a16:creationId xmlns:a16="http://schemas.microsoft.com/office/drawing/2014/main" id="{B69814BA-E48D-8A99-D1D5-55745C81E2B7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직선 화살표 연결선 183">
                  <a:extLst>
                    <a:ext uri="{FF2B5EF4-FFF2-40B4-BE49-F238E27FC236}">
                      <a16:creationId xmlns:a16="http://schemas.microsoft.com/office/drawing/2014/main" id="{F51438E4-9E81-2249-F0E0-B8C200778FC4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직선 화살표 연결선 184">
                  <a:extLst>
                    <a:ext uri="{FF2B5EF4-FFF2-40B4-BE49-F238E27FC236}">
                      <a16:creationId xmlns:a16="http://schemas.microsoft.com/office/drawing/2014/main" id="{0D703CCA-5CE2-D41B-95D1-647579D9B806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직선 화살표 연결선 185">
                  <a:extLst>
                    <a:ext uri="{FF2B5EF4-FFF2-40B4-BE49-F238E27FC236}">
                      <a16:creationId xmlns:a16="http://schemas.microsoft.com/office/drawing/2014/main" id="{A284F8DD-6578-D9C1-6474-0663A05E80E6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직선 화살표 연결선 186">
                  <a:extLst>
                    <a:ext uri="{FF2B5EF4-FFF2-40B4-BE49-F238E27FC236}">
                      <a16:creationId xmlns:a16="http://schemas.microsoft.com/office/drawing/2014/main" id="{E91B99D8-3CC4-0C01-1579-FFDB2B28E215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직선 화살표 연결선 187">
                  <a:extLst>
                    <a:ext uri="{FF2B5EF4-FFF2-40B4-BE49-F238E27FC236}">
                      <a16:creationId xmlns:a16="http://schemas.microsoft.com/office/drawing/2014/main" id="{33A270D9-D417-1E12-374E-F828DC7AEA02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직선 화살표 연결선 188">
                  <a:extLst>
                    <a:ext uri="{FF2B5EF4-FFF2-40B4-BE49-F238E27FC236}">
                      <a16:creationId xmlns:a16="http://schemas.microsoft.com/office/drawing/2014/main" id="{2923F5E5-365C-551E-D273-D3383138349F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직선 화살표 연결선 189">
                  <a:extLst>
                    <a:ext uri="{FF2B5EF4-FFF2-40B4-BE49-F238E27FC236}">
                      <a16:creationId xmlns:a16="http://schemas.microsoft.com/office/drawing/2014/main" id="{5B95BDEA-676D-E0A4-2FCC-394A0B14828A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직선 화살표 연결선 190">
                  <a:extLst>
                    <a:ext uri="{FF2B5EF4-FFF2-40B4-BE49-F238E27FC236}">
                      <a16:creationId xmlns:a16="http://schemas.microsoft.com/office/drawing/2014/main" id="{196D5CBD-B6D9-9A32-85BD-BC3DFA882869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직선 화살표 연결선 191">
                  <a:extLst>
                    <a:ext uri="{FF2B5EF4-FFF2-40B4-BE49-F238E27FC236}">
                      <a16:creationId xmlns:a16="http://schemas.microsoft.com/office/drawing/2014/main" id="{5962BAA2-F184-BFCA-E69E-FE661C935293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350042C3-4219-AF9D-22BD-28B5EC643451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87B025FE-58D4-8AFC-CF48-8A7BD0440F8F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FF154EC-7B61-6A36-F76E-A0F932E75A71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96" name="직사각형 195">
                  <a:extLst>
                    <a:ext uri="{FF2B5EF4-FFF2-40B4-BE49-F238E27FC236}">
                      <a16:creationId xmlns:a16="http://schemas.microsoft.com/office/drawing/2014/main" id="{1425AA9F-81E6-EB5E-1E1B-102CE6EBE146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97" name="직사각형 196">
                  <a:extLst>
                    <a:ext uri="{FF2B5EF4-FFF2-40B4-BE49-F238E27FC236}">
                      <a16:creationId xmlns:a16="http://schemas.microsoft.com/office/drawing/2014/main" id="{25F4598D-EAFE-0171-5CB9-C321C564B031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98" name="직사각형 197">
                  <a:extLst>
                    <a:ext uri="{FF2B5EF4-FFF2-40B4-BE49-F238E27FC236}">
                      <a16:creationId xmlns:a16="http://schemas.microsoft.com/office/drawing/2014/main" id="{471F2561-87B9-5184-127F-15025C375B37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99" name="직선 화살표 연결선 198">
                  <a:extLst>
                    <a:ext uri="{FF2B5EF4-FFF2-40B4-BE49-F238E27FC236}">
                      <a16:creationId xmlns:a16="http://schemas.microsoft.com/office/drawing/2014/main" id="{5DFE94FE-3D13-C351-986F-FEBA79250ECA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9B4A35B-58D1-4CB4-0E43-FB5324B45948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01" name="직선 화살표 연결선 200">
                  <a:extLst>
                    <a:ext uri="{FF2B5EF4-FFF2-40B4-BE49-F238E27FC236}">
                      <a16:creationId xmlns:a16="http://schemas.microsoft.com/office/drawing/2014/main" id="{1BB02B1C-4655-FE78-FEA4-23EB3CCB6719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4136A99-508F-4314-C118-D04D8EB26945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03" name="직사각형 202">
                  <a:extLst>
                    <a:ext uri="{FF2B5EF4-FFF2-40B4-BE49-F238E27FC236}">
                      <a16:creationId xmlns:a16="http://schemas.microsoft.com/office/drawing/2014/main" id="{56177A86-57F4-E74C-5EEC-CDE0E6ADED29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04" name="직사각형 203">
                  <a:extLst>
                    <a:ext uri="{FF2B5EF4-FFF2-40B4-BE49-F238E27FC236}">
                      <a16:creationId xmlns:a16="http://schemas.microsoft.com/office/drawing/2014/main" id="{9D7D9B95-9E93-0258-0A1C-454F880E1B4F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05" name="직사각형 204">
                  <a:extLst>
                    <a:ext uri="{FF2B5EF4-FFF2-40B4-BE49-F238E27FC236}">
                      <a16:creationId xmlns:a16="http://schemas.microsoft.com/office/drawing/2014/main" id="{FDE0335D-6E67-E296-313E-5B231B733BCC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06" name="직선 화살표 연결선 205">
                  <a:extLst>
                    <a:ext uri="{FF2B5EF4-FFF2-40B4-BE49-F238E27FC236}">
                      <a16:creationId xmlns:a16="http://schemas.microsoft.com/office/drawing/2014/main" id="{CBBF6E45-26D8-46E0-40E4-50F43DDFA6D7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81D837A-D7F1-0FBA-E0A4-D21C0D4638DF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08" name="직선 화살표 연결선 207">
                  <a:extLst>
                    <a:ext uri="{FF2B5EF4-FFF2-40B4-BE49-F238E27FC236}">
                      <a16:creationId xmlns:a16="http://schemas.microsoft.com/office/drawing/2014/main" id="{C58D734D-6F31-C1EE-0CC3-627D58DC1FD2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CEBA85FC-6C59-C38E-16AE-BB04BDE59F4F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12" name="직사각형 211">
                  <a:extLst>
                    <a:ext uri="{FF2B5EF4-FFF2-40B4-BE49-F238E27FC236}">
                      <a16:creationId xmlns:a16="http://schemas.microsoft.com/office/drawing/2014/main" id="{902CBF8C-7CA3-0181-AB9F-0F29B2DBDDA2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44623BFE-15E4-9562-EB1D-9905C4279FD4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16" name="직선 화살표 연결선 215">
                  <a:extLst>
                    <a:ext uri="{FF2B5EF4-FFF2-40B4-BE49-F238E27FC236}">
                      <a16:creationId xmlns:a16="http://schemas.microsoft.com/office/drawing/2014/main" id="{BB2C97F5-F588-380F-CBDF-B5576D646D72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직선 화살표 연결선 216">
                  <a:extLst>
                    <a:ext uri="{FF2B5EF4-FFF2-40B4-BE49-F238E27FC236}">
                      <a16:creationId xmlns:a16="http://schemas.microsoft.com/office/drawing/2014/main" id="{D54DF2E7-69A9-F793-1597-637F389E6E1D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화살표 연결선 217">
                  <a:extLst>
                    <a:ext uri="{FF2B5EF4-FFF2-40B4-BE49-F238E27FC236}">
                      <a16:creationId xmlns:a16="http://schemas.microsoft.com/office/drawing/2014/main" id="{DF89CF76-7BF8-8541-8BC3-84D93E4C1A5F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85DD8C3D-5B7C-8E45-93F5-19EC49039B6C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32DEB7C6-E547-677D-F884-845F3B87A7A2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직선 화살표 연결선 226">
                <a:extLst>
                  <a:ext uri="{FF2B5EF4-FFF2-40B4-BE49-F238E27FC236}">
                    <a16:creationId xmlns:a16="http://schemas.microsoft.com/office/drawing/2014/main" id="{92054965-7957-0A64-AC0B-B33565D3B087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직선 화살표 연결선 227">
                <a:extLst>
                  <a:ext uri="{FF2B5EF4-FFF2-40B4-BE49-F238E27FC236}">
                    <a16:creationId xmlns:a16="http://schemas.microsoft.com/office/drawing/2014/main" id="{122F4590-1D49-7BB8-CCE0-948B43935CE8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직선 화살표 연결선 228">
                <a:extLst>
                  <a:ext uri="{FF2B5EF4-FFF2-40B4-BE49-F238E27FC236}">
                    <a16:creationId xmlns:a16="http://schemas.microsoft.com/office/drawing/2014/main" id="{518EE13A-1D71-B076-F2B4-1955914FB60C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F20CE312-6458-B135-01A2-53C12A9B6E67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927DDE16-D8F2-3327-428A-09C94AC3D30E}"/>
              </a:ext>
            </a:extLst>
          </p:cNvPr>
          <p:cNvGrpSpPr/>
          <p:nvPr/>
        </p:nvGrpSpPr>
        <p:grpSpPr>
          <a:xfrm>
            <a:off x="449515" y="2069680"/>
            <a:ext cx="3020192" cy="3739555"/>
            <a:chOff x="463199" y="1489142"/>
            <a:chExt cx="3020192" cy="3739555"/>
          </a:xfrm>
        </p:grpSpPr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C8E97357-EC43-792F-1789-F512315C0E24}"/>
                </a:ext>
              </a:extLst>
            </p:cNvPr>
            <p:cNvSpPr/>
            <p:nvPr/>
          </p:nvSpPr>
          <p:spPr>
            <a:xfrm>
              <a:off x="1654629" y="1902076"/>
              <a:ext cx="727735" cy="9856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1B577712-E91D-81B3-CA5F-B065F5532D38}"/>
                </a:ext>
              </a:extLst>
            </p:cNvPr>
            <p:cNvSpPr/>
            <p:nvPr/>
          </p:nvSpPr>
          <p:spPr>
            <a:xfrm>
              <a:off x="2125518" y="2839700"/>
              <a:ext cx="727735" cy="9856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38565E85-F1F3-E5A5-F88F-71FE70D2193F}"/>
                </a:ext>
              </a:extLst>
            </p:cNvPr>
            <p:cNvSpPr/>
            <p:nvPr/>
          </p:nvSpPr>
          <p:spPr>
            <a:xfrm>
              <a:off x="463199" y="3791266"/>
              <a:ext cx="727735" cy="9856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26C4374C-1F4A-C3E9-9BC2-EB6901B37B45}"/>
                </a:ext>
              </a:extLst>
            </p:cNvPr>
            <p:cNvSpPr txBox="1"/>
            <p:nvPr/>
          </p:nvSpPr>
          <p:spPr>
            <a:xfrm>
              <a:off x="1814552" y="1489142"/>
              <a:ext cx="5612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 s</a:t>
              </a:r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0A44F729-69B3-FC83-0515-16E80D932613}"/>
                </a:ext>
              </a:extLst>
            </p:cNvPr>
            <p:cNvSpPr txBox="1"/>
            <p:nvPr/>
          </p:nvSpPr>
          <p:spPr>
            <a:xfrm>
              <a:off x="2922096" y="2818964"/>
              <a:ext cx="5612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 s</a:t>
              </a:r>
              <a:endParaRPr lang="ko-KR" altLang="en-US" dirty="0"/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0C75F44-4062-2905-79E9-2AF122E525D2}"/>
                </a:ext>
              </a:extLst>
            </p:cNvPr>
            <p:cNvSpPr txBox="1"/>
            <p:nvPr/>
          </p:nvSpPr>
          <p:spPr>
            <a:xfrm>
              <a:off x="577271" y="4859365"/>
              <a:ext cx="5612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 s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68222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Task H (Priority 3)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FAC8F-03FC-30FD-FAD9-9A20428204C0}"/>
              </a:ext>
            </a:extLst>
          </p:cNvPr>
          <p:cNvSpPr txBox="1"/>
          <p:nvPr/>
        </p:nvSpPr>
        <p:spPr>
          <a:xfrm>
            <a:off x="6858566" y="1343906"/>
            <a:ext cx="5209200" cy="49723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TASK(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begins.&gt;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latin typeface="Consolas" panose="020B0609020204030204" pitchFamily="49" charset="0"/>
              </a:rPr>
              <a:t>(1000);</a:t>
            </a:r>
          </a:p>
          <a:p>
            <a:pPr algn="l"/>
            <a:endParaRPr lang="ko-KR" altLang="en-US" sz="1600" dirty="0">
              <a:latin typeface="Consolas" panose="020B0609020204030204" pitchFamily="49" charset="0"/>
            </a:endParaRP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Try Lock(M1).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GetMutex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(&amp;M1);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Get Lock(M1).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ko-KR" altLang="en-US" sz="1600" dirty="0">
              <a:latin typeface="Consolas" panose="020B0609020204030204" pitchFamily="49" charset="0"/>
            </a:endParaRP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(3000);</a:t>
            </a:r>
          </a:p>
          <a:p>
            <a:pPr algn="l"/>
            <a:endParaRPr lang="ko-KR" altLang="en-US" sz="1600" dirty="0">
              <a:latin typeface="Consolas" panose="020B0609020204030204" pitchFamily="49" charset="0"/>
            </a:endParaRP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Release Lock(M1)."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ReleaseMutex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(&amp;M1);</a:t>
            </a:r>
          </a:p>
          <a:p>
            <a:pPr algn="l"/>
            <a:endParaRPr lang="ko-KR" altLang="en-US" sz="1600" dirty="0">
              <a:latin typeface="Consolas" panose="020B0609020204030204" pitchFamily="49" charset="0"/>
            </a:endParaRPr>
          </a:p>
          <a:p>
            <a:pPr algn="l"/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latin typeface="Consolas" panose="020B0609020204030204" pitchFamily="49" charset="0"/>
              </a:rPr>
              <a:t>(1000);</a:t>
            </a:r>
          </a:p>
          <a:p>
            <a:pPr algn="l"/>
            <a:endParaRPr lang="ko-KR" altLang="en-US" sz="1600" dirty="0">
              <a:latin typeface="Consolas" panose="020B0609020204030204" pitchFamily="49" charset="0"/>
            </a:endParaRP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TaskH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ends.&gt;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TerminateTask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" altLang="ko-Kore-KR" sz="16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82084113-8988-793A-EC51-75BA49D1F825}"/>
              </a:ext>
            </a:extLst>
          </p:cNvPr>
          <p:cNvSpPr/>
          <p:nvPr/>
        </p:nvSpPr>
        <p:spPr>
          <a:xfrm>
            <a:off x="189646" y="2395313"/>
            <a:ext cx="6622099" cy="1066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60724AF9-3E51-8C4D-8010-5D5E5F9FDEAD}"/>
              </a:ext>
            </a:extLst>
          </p:cNvPr>
          <p:cNvGrpSpPr/>
          <p:nvPr/>
        </p:nvGrpSpPr>
        <p:grpSpPr>
          <a:xfrm>
            <a:off x="333021" y="2444400"/>
            <a:ext cx="6477404" cy="2768683"/>
            <a:chOff x="333021" y="2445762"/>
            <a:chExt cx="6477404" cy="2768683"/>
          </a:xfrm>
        </p:grpSpPr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45D27C67-5EFE-1527-EA80-F8B649C25F9F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428" name="직선 화살표 연결선 427">
                <a:extLst>
                  <a:ext uri="{FF2B5EF4-FFF2-40B4-BE49-F238E27FC236}">
                    <a16:creationId xmlns:a16="http://schemas.microsoft.com/office/drawing/2014/main" id="{43047C03-32FD-D433-9A3D-1290F5581660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29" name="그룹 428">
                <a:extLst>
                  <a:ext uri="{FF2B5EF4-FFF2-40B4-BE49-F238E27FC236}">
                    <a16:creationId xmlns:a16="http://schemas.microsoft.com/office/drawing/2014/main" id="{89CFD532-663C-C594-3BB7-1DC11DB4F7C9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435" name="TextBox 434">
                  <a:extLst>
                    <a:ext uri="{FF2B5EF4-FFF2-40B4-BE49-F238E27FC236}">
                      <a16:creationId xmlns:a16="http://schemas.microsoft.com/office/drawing/2014/main" id="{1F2B8EBE-5FCD-080A-B3AA-3BB75CD5B60B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36" name="직선 화살표 연결선 435">
                  <a:extLst>
                    <a:ext uri="{FF2B5EF4-FFF2-40B4-BE49-F238E27FC236}">
                      <a16:creationId xmlns:a16="http://schemas.microsoft.com/office/drawing/2014/main" id="{D809C572-6A89-02A9-AFD1-50D545EFE11D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직선 화살표 연결선 436">
                  <a:extLst>
                    <a:ext uri="{FF2B5EF4-FFF2-40B4-BE49-F238E27FC236}">
                      <a16:creationId xmlns:a16="http://schemas.microsoft.com/office/drawing/2014/main" id="{2AC52A68-32E3-64A9-7A1B-F22459C70F55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직선 화살표 연결선 437">
                  <a:extLst>
                    <a:ext uri="{FF2B5EF4-FFF2-40B4-BE49-F238E27FC236}">
                      <a16:creationId xmlns:a16="http://schemas.microsoft.com/office/drawing/2014/main" id="{7544C942-05E3-3DE2-D43E-761858F552FF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직선 화살표 연결선 438">
                  <a:extLst>
                    <a:ext uri="{FF2B5EF4-FFF2-40B4-BE49-F238E27FC236}">
                      <a16:creationId xmlns:a16="http://schemas.microsoft.com/office/drawing/2014/main" id="{9610230D-0DD3-2546-73F8-A3DE42EDF21A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직선 화살표 연결선 439">
                  <a:extLst>
                    <a:ext uri="{FF2B5EF4-FFF2-40B4-BE49-F238E27FC236}">
                      <a16:creationId xmlns:a16="http://schemas.microsoft.com/office/drawing/2014/main" id="{F713AD31-6B41-B87B-1D8A-4CBBC4E4579E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직선 화살표 연결선 440">
                  <a:extLst>
                    <a:ext uri="{FF2B5EF4-FFF2-40B4-BE49-F238E27FC236}">
                      <a16:creationId xmlns:a16="http://schemas.microsoft.com/office/drawing/2014/main" id="{86B1461A-5FC8-5474-9715-DD34F9E1F6BE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직선 화살표 연결선 441">
                  <a:extLst>
                    <a:ext uri="{FF2B5EF4-FFF2-40B4-BE49-F238E27FC236}">
                      <a16:creationId xmlns:a16="http://schemas.microsoft.com/office/drawing/2014/main" id="{E5320423-C203-C1D0-CC7B-6794D687C504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직선 화살표 연결선 442">
                  <a:extLst>
                    <a:ext uri="{FF2B5EF4-FFF2-40B4-BE49-F238E27FC236}">
                      <a16:creationId xmlns:a16="http://schemas.microsoft.com/office/drawing/2014/main" id="{CC050AA1-C1A5-6B21-EFF4-EBD2F04871C5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직선 화살표 연결선 443">
                  <a:extLst>
                    <a:ext uri="{FF2B5EF4-FFF2-40B4-BE49-F238E27FC236}">
                      <a16:creationId xmlns:a16="http://schemas.microsoft.com/office/drawing/2014/main" id="{7BA6E580-59D5-2E76-8B19-544173799AC7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직선 화살표 연결선 444">
                  <a:extLst>
                    <a:ext uri="{FF2B5EF4-FFF2-40B4-BE49-F238E27FC236}">
                      <a16:creationId xmlns:a16="http://schemas.microsoft.com/office/drawing/2014/main" id="{FFE841E8-6765-27EC-5DA8-4EDAC9A2508F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직선 화살표 연결선 445">
                  <a:extLst>
                    <a:ext uri="{FF2B5EF4-FFF2-40B4-BE49-F238E27FC236}">
                      <a16:creationId xmlns:a16="http://schemas.microsoft.com/office/drawing/2014/main" id="{294F41EF-A075-573C-9D77-D23153D35281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직선 화살표 연결선 446">
                  <a:extLst>
                    <a:ext uri="{FF2B5EF4-FFF2-40B4-BE49-F238E27FC236}">
                      <a16:creationId xmlns:a16="http://schemas.microsoft.com/office/drawing/2014/main" id="{DEBAA4A1-F891-B438-CFEF-DEEF97604177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직선 화살표 연결선 447">
                  <a:extLst>
                    <a:ext uri="{FF2B5EF4-FFF2-40B4-BE49-F238E27FC236}">
                      <a16:creationId xmlns:a16="http://schemas.microsoft.com/office/drawing/2014/main" id="{06F3E08C-119C-C55B-E45D-69B79C4D9A07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직선 화살표 연결선 448">
                  <a:extLst>
                    <a:ext uri="{FF2B5EF4-FFF2-40B4-BE49-F238E27FC236}">
                      <a16:creationId xmlns:a16="http://schemas.microsoft.com/office/drawing/2014/main" id="{EE1D1CC9-1306-9462-8BD1-3C837F482E64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직선 화살표 연결선 449">
                  <a:extLst>
                    <a:ext uri="{FF2B5EF4-FFF2-40B4-BE49-F238E27FC236}">
                      <a16:creationId xmlns:a16="http://schemas.microsoft.com/office/drawing/2014/main" id="{D7BE470F-6459-8CA3-8C35-C9098FD8FC29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직선 화살표 연결선 450">
                  <a:extLst>
                    <a:ext uri="{FF2B5EF4-FFF2-40B4-BE49-F238E27FC236}">
                      <a16:creationId xmlns:a16="http://schemas.microsoft.com/office/drawing/2014/main" id="{35038E03-4099-B196-AD74-B6B732FE927E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직선 화살표 연결선 451">
                  <a:extLst>
                    <a:ext uri="{FF2B5EF4-FFF2-40B4-BE49-F238E27FC236}">
                      <a16:creationId xmlns:a16="http://schemas.microsoft.com/office/drawing/2014/main" id="{BED712E5-A23B-15FC-DA35-F24A7CEBC5A2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직선 화살표 연결선 452">
                  <a:extLst>
                    <a:ext uri="{FF2B5EF4-FFF2-40B4-BE49-F238E27FC236}">
                      <a16:creationId xmlns:a16="http://schemas.microsoft.com/office/drawing/2014/main" id="{74C861C2-291F-895A-8511-FA8938412482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직선 화살표 연결선 453">
                  <a:extLst>
                    <a:ext uri="{FF2B5EF4-FFF2-40B4-BE49-F238E27FC236}">
                      <a16:creationId xmlns:a16="http://schemas.microsoft.com/office/drawing/2014/main" id="{2D1DBFEE-8E50-F57B-CE18-E1EBB2CE915F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직선 화살표 연결선 454">
                  <a:extLst>
                    <a:ext uri="{FF2B5EF4-FFF2-40B4-BE49-F238E27FC236}">
                      <a16:creationId xmlns:a16="http://schemas.microsoft.com/office/drawing/2014/main" id="{99863A47-01EA-CD22-EA53-0CDD214C1CB9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직선 화살표 연결선 455">
                  <a:extLst>
                    <a:ext uri="{FF2B5EF4-FFF2-40B4-BE49-F238E27FC236}">
                      <a16:creationId xmlns:a16="http://schemas.microsoft.com/office/drawing/2014/main" id="{0DA7FE4B-C12C-5FD4-5EEB-1FCDE181A7BA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직선 화살표 연결선 456">
                  <a:extLst>
                    <a:ext uri="{FF2B5EF4-FFF2-40B4-BE49-F238E27FC236}">
                      <a16:creationId xmlns:a16="http://schemas.microsoft.com/office/drawing/2014/main" id="{05B98755-C089-75C4-38CF-49D69265A20C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8" name="TextBox 457">
                  <a:extLst>
                    <a:ext uri="{FF2B5EF4-FFF2-40B4-BE49-F238E27FC236}">
                      <a16:creationId xmlns:a16="http://schemas.microsoft.com/office/drawing/2014/main" id="{A4E7C61D-3EE4-55E6-9FEF-D2A019F47265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59" name="직선 화살표 연결선 458">
                  <a:extLst>
                    <a:ext uri="{FF2B5EF4-FFF2-40B4-BE49-F238E27FC236}">
                      <a16:creationId xmlns:a16="http://schemas.microsoft.com/office/drawing/2014/main" id="{20AD7741-C274-EE04-D135-64ED9A834404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직선 화살표 연결선 459">
                  <a:extLst>
                    <a:ext uri="{FF2B5EF4-FFF2-40B4-BE49-F238E27FC236}">
                      <a16:creationId xmlns:a16="http://schemas.microsoft.com/office/drawing/2014/main" id="{B8F723E3-37FE-A2C6-D02B-447602726791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직선 화살표 연결선 460">
                  <a:extLst>
                    <a:ext uri="{FF2B5EF4-FFF2-40B4-BE49-F238E27FC236}">
                      <a16:creationId xmlns:a16="http://schemas.microsoft.com/office/drawing/2014/main" id="{97B5BDE8-E8EF-DCD0-F082-892020BEE90A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직선 화살표 연결선 461">
                  <a:extLst>
                    <a:ext uri="{FF2B5EF4-FFF2-40B4-BE49-F238E27FC236}">
                      <a16:creationId xmlns:a16="http://schemas.microsoft.com/office/drawing/2014/main" id="{5E7A12F0-25C2-A217-A10F-85F2361B14FC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직선 화살표 연결선 462">
                  <a:extLst>
                    <a:ext uri="{FF2B5EF4-FFF2-40B4-BE49-F238E27FC236}">
                      <a16:creationId xmlns:a16="http://schemas.microsoft.com/office/drawing/2014/main" id="{E0F0CEC2-0E84-BF06-E663-D403ABA3CBEB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직선 화살표 연결선 463">
                  <a:extLst>
                    <a:ext uri="{FF2B5EF4-FFF2-40B4-BE49-F238E27FC236}">
                      <a16:creationId xmlns:a16="http://schemas.microsoft.com/office/drawing/2014/main" id="{04FE8646-1561-7844-561F-833E9CAE5215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직선 화살표 연결선 464">
                  <a:extLst>
                    <a:ext uri="{FF2B5EF4-FFF2-40B4-BE49-F238E27FC236}">
                      <a16:creationId xmlns:a16="http://schemas.microsoft.com/office/drawing/2014/main" id="{9936378C-2631-5EE8-6AE5-308C3AFECBF9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직선 화살표 연결선 465">
                  <a:extLst>
                    <a:ext uri="{FF2B5EF4-FFF2-40B4-BE49-F238E27FC236}">
                      <a16:creationId xmlns:a16="http://schemas.microsoft.com/office/drawing/2014/main" id="{00B86073-CE4B-4BF0-02FA-DA8C705B867A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직선 화살표 연결선 466">
                  <a:extLst>
                    <a:ext uri="{FF2B5EF4-FFF2-40B4-BE49-F238E27FC236}">
                      <a16:creationId xmlns:a16="http://schemas.microsoft.com/office/drawing/2014/main" id="{44DBCB45-177A-DFB6-4FEE-116438F413DB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직선 화살표 연결선 467">
                  <a:extLst>
                    <a:ext uri="{FF2B5EF4-FFF2-40B4-BE49-F238E27FC236}">
                      <a16:creationId xmlns:a16="http://schemas.microsoft.com/office/drawing/2014/main" id="{E4550A65-998D-5BD3-AA4A-9308AB58F1ED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직선 화살표 연결선 468">
                  <a:extLst>
                    <a:ext uri="{FF2B5EF4-FFF2-40B4-BE49-F238E27FC236}">
                      <a16:creationId xmlns:a16="http://schemas.microsoft.com/office/drawing/2014/main" id="{A17F969A-711C-CB82-366F-4756F1E22BC8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직선 화살표 연결선 469">
                  <a:extLst>
                    <a:ext uri="{FF2B5EF4-FFF2-40B4-BE49-F238E27FC236}">
                      <a16:creationId xmlns:a16="http://schemas.microsoft.com/office/drawing/2014/main" id="{8796728F-8CCC-3874-8AEC-1938F4D72BFA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직선 화살표 연결선 470">
                  <a:extLst>
                    <a:ext uri="{FF2B5EF4-FFF2-40B4-BE49-F238E27FC236}">
                      <a16:creationId xmlns:a16="http://schemas.microsoft.com/office/drawing/2014/main" id="{BB82AC69-343E-F8A2-3460-3D4ACD9F59AF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직선 화살표 연결선 471">
                  <a:extLst>
                    <a:ext uri="{FF2B5EF4-FFF2-40B4-BE49-F238E27FC236}">
                      <a16:creationId xmlns:a16="http://schemas.microsoft.com/office/drawing/2014/main" id="{8EED9332-CC9F-2C93-0815-CF3920A07BEE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직선 화살표 연결선 472">
                  <a:extLst>
                    <a:ext uri="{FF2B5EF4-FFF2-40B4-BE49-F238E27FC236}">
                      <a16:creationId xmlns:a16="http://schemas.microsoft.com/office/drawing/2014/main" id="{67B01666-A1EB-604F-2CF0-50FDB771ADAE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직선 화살표 연결선 473">
                  <a:extLst>
                    <a:ext uri="{FF2B5EF4-FFF2-40B4-BE49-F238E27FC236}">
                      <a16:creationId xmlns:a16="http://schemas.microsoft.com/office/drawing/2014/main" id="{26FE242A-C7C2-E35C-94D8-951D136E456C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직선 화살표 연결선 474">
                  <a:extLst>
                    <a:ext uri="{FF2B5EF4-FFF2-40B4-BE49-F238E27FC236}">
                      <a16:creationId xmlns:a16="http://schemas.microsoft.com/office/drawing/2014/main" id="{D3877FCE-9EC2-5A6D-AFC0-217257E074D7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직선 화살표 연결선 475">
                  <a:extLst>
                    <a:ext uri="{FF2B5EF4-FFF2-40B4-BE49-F238E27FC236}">
                      <a16:creationId xmlns:a16="http://schemas.microsoft.com/office/drawing/2014/main" id="{21A6FC57-4517-090E-8819-8A3ECB8DE365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직선 화살표 연결선 476">
                  <a:extLst>
                    <a:ext uri="{FF2B5EF4-FFF2-40B4-BE49-F238E27FC236}">
                      <a16:creationId xmlns:a16="http://schemas.microsoft.com/office/drawing/2014/main" id="{E6FE8E52-6E62-B2BD-DE20-EE574AE8126D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직선 화살표 연결선 477">
                  <a:extLst>
                    <a:ext uri="{FF2B5EF4-FFF2-40B4-BE49-F238E27FC236}">
                      <a16:creationId xmlns:a16="http://schemas.microsoft.com/office/drawing/2014/main" id="{C4301AB3-8E33-CECC-3C8A-9DA6A2901036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직선 화살표 연결선 478">
                  <a:extLst>
                    <a:ext uri="{FF2B5EF4-FFF2-40B4-BE49-F238E27FC236}">
                      <a16:creationId xmlns:a16="http://schemas.microsoft.com/office/drawing/2014/main" id="{11891578-AC48-6AB9-580A-2079571A3FFD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직선 화살표 연결선 479">
                  <a:extLst>
                    <a:ext uri="{FF2B5EF4-FFF2-40B4-BE49-F238E27FC236}">
                      <a16:creationId xmlns:a16="http://schemas.microsoft.com/office/drawing/2014/main" id="{E87E28B5-6A82-9BF2-C3A5-071A9581CE96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86D71620-4C34-07E9-0B60-B5548E21AB94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82" name="직선 화살표 연결선 481">
                  <a:extLst>
                    <a:ext uri="{FF2B5EF4-FFF2-40B4-BE49-F238E27FC236}">
                      <a16:creationId xmlns:a16="http://schemas.microsoft.com/office/drawing/2014/main" id="{F07B640A-F826-8124-14B8-AA6617FBFC39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직선 화살표 연결선 482">
                  <a:extLst>
                    <a:ext uri="{FF2B5EF4-FFF2-40B4-BE49-F238E27FC236}">
                      <a16:creationId xmlns:a16="http://schemas.microsoft.com/office/drawing/2014/main" id="{6A1295E8-3469-C470-C70A-E3A104E466E0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직선 화살표 연결선 483">
                  <a:extLst>
                    <a:ext uri="{FF2B5EF4-FFF2-40B4-BE49-F238E27FC236}">
                      <a16:creationId xmlns:a16="http://schemas.microsoft.com/office/drawing/2014/main" id="{8FCE0F0E-42DC-3FD9-9FCF-86F3DDDD0274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직선 화살표 연결선 484">
                  <a:extLst>
                    <a:ext uri="{FF2B5EF4-FFF2-40B4-BE49-F238E27FC236}">
                      <a16:creationId xmlns:a16="http://schemas.microsoft.com/office/drawing/2014/main" id="{E7853D76-D06F-E516-4DC1-DC8E37B65FAE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직선 화살표 연결선 485">
                  <a:extLst>
                    <a:ext uri="{FF2B5EF4-FFF2-40B4-BE49-F238E27FC236}">
                      <a16:creationId xmlns:a16="http://schemas.microsoft.com/office/drawing/2014/main" id="{292C9CD2-A156-85E4-06D6-D8C761A329C3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직선 화살표 연결선 486">
                  <a:extLst>
                    <a:ext uri="{FF2B5EF4-FFF2-40B4-BE49-F238E27FC236}">
                      <a16:creationId xmlns:a16="http://schemas.microsoft.com/office/drawing/2014/main" id="{A2A386EC-97FE-21FB-75D5-2F21F9FD3514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직선 화살표 연결선 487">
                  <a:extLst>
                    <a:ext uri="{FF2B5EF4-FFF2-40B4-BE49-F238E27FC236}">
                      <a16:creationId xmlns:a16="http://schemas.microsoft.com/office/drawing/2014/main" id="{3DBB4299-74EA-D3E7-76E7-7EB8F8842064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직선 화살표 연결선 488">
                  <a:extLst>
                    <a:ext uri="{FF2B5EF4-FFF2-40B4-BE49-F238E27FC236}">
                      <a16:creationId xmlns:a16="http://schemas.microsoft.com/office/drawing/2014/main" id="{9B21438D-AE36-D5DF-613C-D454B18ED2C5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직선 화살표 연결선 489">
                  <a:extLst>
                    <a:ext uri="{FF2B5EF4-FFF2-40B4-BE49-F238E27FC236}">
                      <a16:creationId xmlns:a16="http://schemas.microsoft.com/office/drawing/2014/main" id="{8C1F7600-9ADC-63A9-36BA-4CF69318018B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직선 화살표 연결선 490">
                  <a:extLst>
                    <a:ext uri="{FF2B5EF4-FFF2-40B4-BE49-F238E27FC236}">
                      <a16:creationId xmlns:a16="http://schemas.microsoft.com/office/drawing/2014/main" id="{01E5834B-FDD4-5485-A563-CCEE444D0C1D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직선 화살표 연결선 491">
                  <a:extLst>
                    <a:ext uri="{FF2B5EF4-FFF2-40B4-BE49-F238E27FC236}">
                      <a16:creationId xmlns:a16="http://schemas.microsoft.com/office/drawing/2014/main" id="{E1BC0864-5B4A-1F4C-6A66-A5E3FF827205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직선 화살표 연결선 492">
                  <a:extLst>
                    <a:ext uri="{FF2B5EF4-FFF2-40B4-BE49-F238E27FC236}">
                      <a16:creationId xmlns:a16="http://schemas.microsoft.com/office/drawing/2014/main" id="{DB6198B7-DBE0-A13D-3FFB-F736CC588C07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직선 화살표 연결선 493">
                  <a:extLst>
                    <a:ext uri="{FF2B5EF4-FFF2-40B4-BE49-F238E27FC236}">
                      <a16:creationId xmlns:a16="http://schemas.microsoft.com/office/drawing/2014/main" id="{72C161BB-1A61-C1E6-C1CA-A2E4714AA268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직선 화살표 연결선 494">
                  <a:extLst>
                    <a:ext uri="{FF2B5EF4-FFF2-40B4-BE49-F238E27FC236}">
                      <a16:creationId xmlns:a16="http://schemas.microsoft.com/office/drawing/2014/main" id="{FE0698B6-A363-C969-A825-DE770345A257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직선 화살표 연결선 495">
                  <a:extLst>
                    <a:ext uri="{FF2B5EF4-FFF2-40B4-BE49-F238E27FC236}">
                      <a16:creationId xmlns:a16="http://schemas.microsoft.com/office/drawing/2014/main" id="{C049E79E-E500-3B07-0B53-4F95453ECBE1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직선 화살표 연결선 496">
                  <a:extLst>
                    <a:ext uri="{FF2B5EF4-FFF2-40B4-BE49-F238E27FC236}">
                      <a16:creationId xmlns:a16="http://schemas.microsoft.com/office/drawing/2014/main" id="{C590B2CB-108B-12B4-3771-A8ED949A1B1C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직선 화살표 연결선 497">
                  <a:extLst>
                    <a:ext uri="{FF2B5EF4-FFF2-40B4-BE49-F238E27FC236}">
                      <a16:creationId xmlns:a16="http://schemas.microsoft.com/office/drawing/2014/main" id="{3A4C277D-28A8-6B33-F2A4-AA629B4A5486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직선 화살표 연결선 498">
                  <a:extLst>
                    <a:ext uri="{FF2B5EF4-FFF2-40B4-BE49-F238E27FC236}">
                      <a16:creationId xmlns:a16="http://schemas.microsoft.com/office/drawing/2014/main" id="{5414CBB2-92F0-CB3F-A2F5-3B5DE286C693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직선 화살표 연결선 499">
                  <a:extLst>
                    <a:ext uri="{FF2B5EF4-FFF2-40B4-BE49-F238E27FC236}">
                      <a16:creationId xmlns:a16="http://schemas.microsoft.com/office/drawing/2014/main" id="{0570EFCE-5EFB-6CE2-E716-2A1E470A8335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직선 화살표 연결선 500">
                  <a:extLst>
                    <a:ext uri="{FF2B5EF4-FFF2-40B4-BE49-F238E27FC236}">
                      <a16:creationId xmlns:a16="http://schemas.microsoft.com/office/drawing/2014/main" id="{290FF229-8269-B97E-E965-5608EADA0064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직선 화살표 연결선 501">
                  <a:extLst>
                    <a:ext uri="{FF2B5EF4-FFF2-40B4-BE49-F238E27FC236}">
                      <a16:creationId xmlns:a16="http://schemas.microsoft.com/office/drawing/2014/main" id="{1310496D-A09E-7436-37D4-BFEC9920A993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직선 화살표 연결선 502">
                  <a:extLst>
                    <a:ext uri="{FF2B5EF4-FFF2-40B4-BE49-F238E27FC236}">
                      <a16:creationId xmlns:a16="http://schemas.microsoft.com/office/drawing/2014/main" id="{084D85A5-934A-8954-FDF2-9A64E23C060A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8442911B-9E10-5C60-BB65-474AF2CDFA8E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D8A7A6E5-0F49-F809-1DA0-6C9AB857CECB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CD19B656-4B9C-BA69-81F5-7EF71849924F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A7E35FCB-5CB6-FC53-29A3-09E9E08EB548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03771465-2B11-9C8F-35AC-98A565D19D2F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65F1DDFA-5271-1A9A-D38C-E063354B889D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10" name="직선 화살표 연결선 509">
                  <a:extLst>
                    <a:ext uri="{FF2B5EF4-FFF2-40B4-BE49-F238E27FC236}">
                      <a16:creationId xmlns:a16="http://schemas.microsoft.com/office/drawing/2014/main" id="{BEF45220-61FE-D78C-0BBC-C7D643E8FC5E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555535E-D500-E9DE-10D4-4C36FD86B482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12" name="직선 화살표 연결선 511">
                  <a:extLst>
                    <a:ext uri="{FF2B5EF4-FFF2-40B4-BE49-F238E27FC236}">
                      <a16:creationId xmlns:a16="http://schemas.microsoft.com/office/drawing/2014/main" id="{50D2E539-97CE-D119-9245-9BE06C12FF3C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8BCECBD-F0AC-94D4-2D08-C69F83CEE541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14" name="직사각형 513">
                  <a:extLst>
                    <a:ext uri="{FF2B5EF4-FFF2-40B4-BE49-F238E27FC236}">
                      <a16:creationId xmlns:a16="http://schemas.microsoft.com/office/drawing/2014/main" id="{CC21738F-1A29-6C8E-E681-EC2001848496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15" name="직사각형 514">
                  <a:extLst>
                    <a:ext uri="{FF2B5EF4-FFF2-40B4-BE49-F238E27FC236}">
                      <a16:creationId xmlns:a16="http://schemas.microsoft.com/office/drawing/2014/main" id="{40E48539-4B65-4B13-759F-C06A233AE434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16" name="직사각형 515">
                  <a:extLst>
                    <a:ext uri="{FF2B5EF4-FFF2-40B4-BE49-F238E27FC236}">
                      <a16:creationId xmlns:a16="http://schemas.microsoft.com/office/drawing/2014/main" id="{FC42ED6D-E752-BE4C-DBFA-76004F68FB56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17" name="직선 화살표 연결선 516">
                  <a:extLst>
                    <a:ext uri="{FF2B5EF4-FFF2-40B4-BE49-F238E27FC236}">
                      <a16:creationId xmlns:a16="http://schemas.microsoft.com/office/drawing/2014/main" id="{BA272347-02C6-0A7B-FA26-725A8559C75E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39A8C717-A823-204F-E81D-8CD8437F3064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19" name="직선 화살표 연결선 518">
                  <a:extLst>
                    <a:ext uri="{FF2B5EF4-FFF2-40B4-BE49-F238E27FC236}">
                      <a16:creationId xmlns:a16="http://schemas.microsoft.com/office/drawing/2014/main" id="{E8572D63-10ED-358F-B404-CDA8A9AAA54E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C3E5FF20-1680-024A-6422-A7233C1D17C1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23" name="직사각형 522">
                  <a:extLst>
                    <a:ext uri="{FF2B5EF4-FFF2-40B4-BE49-F238E27FC236}">
                      <a16:creationId xmlns:a16="http://schemas.microsoft.com/office/drawing/2014/main" id="{2FEB03BB-BA37-6D5D-D34B-D508737DEF32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24" name="직사각형 523">
                  <a:extLst>
                    <a:ext uri="{FF2B5EF4-FFF2-40B4-BE49-F238E27FC236}">
                      <a16:creationId xmlns:a16="http://schemas.microsoft.com/office/drawing/2014/main" id="{F44A61B9-0147-76B3-4DBE-3381F0BDD579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27" name="직선 화살표 연결선 526">
                  <a:extLst>
                    <a:ext uri="{FF2B5EF4-FFF2-40B4-BE49-F238E27FC236}">
                      <a16:creationId xmlns:a16="http://schemas.microsoft.com/office/drawing/2014/main" id="{EB183DF1-E411-B54F-DEB5-10DA75C6BF23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직선 화살표 연결선 527">
                  <a:extLst>
                    <a:ext uri="{FF2B5EF4-FFF2-40B4-BE49-F238E27FC236}">
                      <a16:creationId xmlns:a16="http://schemas.microsoft.com/office/drawing/2014/main" id="{7A39F07A-56FC-B8EE-ED4E-7C9815AA503D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직선 화살표 연결선 528">
                  <a:extLst>
                    <a:ext uri="{FF2B5EF4-FFF2-40B4-BE49-F238E27FC236}">
                      <a16:creationId xmlns:a16="http://schemas.microsoft.com/office/drawing/2014/main" id="{F03FC1A0-B10A-DC44-F5C4-559F3D68119D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0" name="직선 화살표 연결선 429">
                <a:extLst>
                  <a:ext uri="{FF2B5EF4-FFF2-40B4-BE49-F238E27FC236}">
                    <a16:creationId xmlns:a16="http://schemas.microsoft.com/office/drawing/2014/main" id="{38D3AD4F-70CB-E4D5-2298-4BD53849A595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1" name="직선 화살표 연결선 430">
                <a:extLst>
                  <a:ext uri="{FF2B5EF4-FFF2-40B4-BE49-F238E27FC236}">
                    <a16:creationId xmlns:a16="http://schemas.microsoft.com/office/drawing/2014/main" id="{B7DE286D-6B2A-CAC4-DE06-31511D2207ED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2" name="직선 화살표 연결선 431">
                <a:extLst>
                  <a:ext uri="{FF2B5EF4-FFF2-40B4-BE49-F238E27FC236}">
                    <a16:creationId xmlns:a16="http://schemas.microsoft.com/office/drawing/2014/main" id="{8BA3A927-1F47-D3B3-7B7A-6ED6CE322360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3" name="직선 화살표 연결선 432">
                <a:extLst>
                  <a:ext uri="{FF2B5EF4-FFF2-40B4-BE49-F238E27FC236}">
                    <a16:creationId xmlns:a16="http://schemas.microsoft.com/office/drawing/2014/main" id="{18D37536-E3F9-1BDA-7912-B4BFEF1DFFE9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4" name="직선 화살표 연결선 433">
                <a:extLst>
                  <a:ext uri="{FF2B5EF4-FFF2-40B4-BE49-F238E27FC236}">
                    <a16:creationId xmlns:a16="http://schemas.microsoft.com/office/drawing/2014/main" id="{A83A8770-BC48-776A-3F26-E6472C1986B2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27" name="직사각형 426">
              <a:extLst>
                <a:ext uri="{FF2B5EF4-FFF2-40B4-BE49-F238E27FC236}">
                  <a16:creationId xmlns:a16="http://schemas.microsoft.com/office/drawing/2014/main" id="{F99EE383-6F69-C3B6-F600-212A172378A2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5870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Task M (Priority 2)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FAC8F-03FC-30FD-FAD9-9A20428204C0}"/>
              </a:ext>
            </a:extLst>
          </p:cNvPr>
          <p:cNvSpPr txBox="1"/>
          <p:nvPr/>
        </p:nvSpPr>
        <p:spPr>
          <a:xfrm>
            <a:off x="6858000" y="1343906"/>
            <a:ext cx="5209200" cy="49723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TASK(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TaskM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TaskM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begins.&gt;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(3000);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TaskM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ends.&gt;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TerminateTask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" altLang="ko-Kore-KR" sz="16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82084113-8988-793A-EC51-75BA49D1F825}"/>
              </a:ext>
            </a:extLst>
          </p:cNvPr>
          <p:cNvSpPr/>
          <p:nvPr/>
        </p:nvSpPr>
        <p:spPr>
          <a:xfrm>
            <a:off x="190800" y="3459600"/>
            <a:ext cx="6622099" cy="831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+2.31</a:t>
            </a:r>
            <a:endParaRPr lang="ko-KR" altLang="en-US" dirty="0"/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29B8BA8B-11F8-4875-3987-6A98712B1612}"/>
              </a:ext>
            </a:extLst>
          </p:cNvPr>
          <p:cNvGrpSpPr/>
          <p:nvPr/>
        </p:nvGrpSpPr>
        <p:grpSpPr>
          <a:xfrm>
            <a:off x="333021" y="2444400"/>
            <a:ext cx="6477404" cy="2768683"/>
            <a:chOff x="333021" y="2445762"/>
            <a:chExt cx="6477404" cy="2768683"/>
          </a:xfrm>
        </p:grpSpPr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3529506A-754A-C3D0-EB74-D65977C4B137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310" name="직선 화살표 연결선 309">
                <a:extLst>
                  <a:ext uri="{FF2B5EF4-FFF2-40B4-BE49-F238E27FC236}">
                    <a16:creationId xmlns:a16="http://schemas.microsoft.com/office/drawing/2014/main" id="{502DB95D-155C-1F69-FA4F-9A4F71AB1ADD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11" name="그룹 310">
                <a:extLst>
                  <a:ext uri="{FF2B5EF4-FFF2-40B4-BE49-F238E27FC236}">
                    <a16:creationId xmlns:a16="http://schemas.microsoft.com/office/drawing/2014/main" id="{4D729A7C-457D-0C7B-70D9-9B05EC9D2297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21A74E65-6A9E-4AF5-30C5-AD5B7B0F6BCF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18" name="직선 화살표 연결선 317">
                  <a:extLst>
                    <a:ext uri="{FF2B5EF4-FFF2-40B4-BE49-F238E27FC236}">
                      <a16:creationId xmlns:a16="http://schemas.microsoft.com/office/drawing/2014/main" id="{8C30BFB0-15CD-4CD0-8DD1-456ABA422754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화살표 연결선 318">
                  <a:extLst>
                    <a:ext uri="{FF2B5EF4-FFF2-40B4-BE49-F238E27FC236}">
                      <a16:creationId xmlns:a16="http://schemas.microsoft.com/office/drawing/2014/main" id="{FFE9C6B7-50D8-A692-0235-4F35926F0EA1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화살표 연결선 319">
                  <a:extLst>
                    <a:ext uri="{FF2B5EF4-FFF2-40B4-BE49-F238E27FC236}">
                      <a16:creationId xmlns:a16="http://schemas.microsoft.com/office/drawing/2014/main" id="{8461161D-E0C7-3CB0-F656-1EDF5A7427BF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화살표 연결선 320">
                  <a:extLst>
                    <a:ext uri="{FF2B5EF4-FFF2-40B4-BE49-F238E27FC236}">
                      <a16:creationId xmlns:a16="http://schemas.microsoft.com/office/drawing/2014/main" id="{BB842FA1-14D0-6279-33D5-BFB5F9CFC5A9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화살표 연결선 321">
                  <a:extLst>
                    <a:ext uri="{FF2B5EF4-FFF2-40B4-BE49-F238E27FC236}">
                      <a16:creationId xmlns:a16="http://schemas.microsoft.com/office/drawing/2014/main" id="{D6933104-410D-787E-5B4F-E39DF8797E85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화살표 연결선 322">
                  <a:extLst>
                    <a:ext uri="{FF2B5EF4-FFF2-40B4-BE49-F238E27FC236}">
                      <a16:creationId xmlns:a16="http://schemas.microsoft.com/office/drawing/2014/main" id="{65EFB9A7-B0FE-779B-C3BF-A684B91ECB19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직선 화살표 연결선 323">
                  <a:extLst>
                    <a:ext uri="{FF2B5EF4-FFF2-40B4-BE49-F238E27FC236}">
                      <a16:creationId xmlns:a16="http://schemas.microsoft.com/office/drawing/2014/main" id="{09724E88-A917-C047-B087-38FB86A60174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직선 화살표 연결선 324">
                  <a:extLst>
                    <a:ext uri="{FF2B5EF4-FFF2-40B4-BE49-F238E27FC236}">
                      <a16:creationId xmlns:a16="http://schemas.microsoft.com/office/drawing/2014/main" id="{75E9DAE7-F95F-8097-B5DE-8F311B6D732C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직선 화살표 연결선 325">
                  <a:extLst>
                    <a:ext uri="{FF2B5EF4-FFF2-40B4-BE49-F238E27FC236}">
                      <a16:creationId xmlns:a16="http://schemas.microsoft.com/office/drawing/2014/main" id="{ACCA10DD-444D-B9FC-61C6-F8B34BE6D215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직선 화살표 연결선 326">
                  <a:extLst>
                    <a:ext uri="{FF2B5EF4-FFF2-40B4-BE49-F238E27FC236}">
                      <a16:creationId xmlns:a16="http://schemas.microsoft.com/office/drawing/2014/main" id="{4C8B35E4-58F2-1985-69D3-B7E9FB20730A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직선 화살표 연결선 327">
                  <a:extLst>
                    <a:ext uri="{FF2B5EF4-FFF2-40B4-BE49-F238E27FC236}">
                      <a16:creationId xmlns:a16="http://schemas.microsoft.com/office/drawing/2014/main" id="{033DE652-E059-9D20-1CA5-4B123F98029B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화살표 연결선 328">
                  <a:extLst>
                    <a:ext uri="{FF2B5EF4-FFF2-40B4-BE49-F238E27FC236}">
                      <a16:creationId xmlns:a16="http://schemas.microsoft.com/office/drawing/2014/main" id="{31E149F9-AA62-4CA9-1410-E1840AFDD45A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화살표 연결선 329">
                  <a:extLst>
                    <a:ext uri="{FF2B5EF4-FFF2-40B4-BE49-F238E27FC236}">
                      <a16:creationId xmlns:a16="http://schemas.microsoft.com/office/drawing/2014/main" id="{7866B976-0893-019B-7FAF-B3CD5604CF16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화살표 연결선 330">
                  <a:extLst>
                    <a:ext uri="{FF2B5EF4-FFF2-40B4-BE49-F238E27FC236}">
                      <a16:creationId xmlns:a16="http://schemas.microsoft.com/office/drawing/2014/main" id="{D5EFD17F-A3B8-0DA9-D760-54661F48EA31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화살표 연결선 331">
                  <a:extLst>
                    <a:ext uri="{FF2B5EF4-FFF2-40B4-BE49-F238E27FC236}">
                      <a16:creationId xmlns:a16="http://schemas.microsoft.com/office/drawing/2014/main" id="{C162FFB5-10A0-A28D-CB2E-88298FD797EE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화살표 연결선 332">
                  <a:extLst>
                    <a:ext uri="{FF2B5EF4-FFF2-40B4-BE49-F238E27FC236}">
                      <a16:creationId xmlns:a16="http://schemas.microsoft.com/office/drawing/2014/main" id="{420F822D-1754-9DA2-5839-CB403EACF317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화살표 연결선 333">
                  <a:extLst>
                    <a:ext uri="{FF2B5EF4-FFF2-40B4-BE49-F238E27FC236}">
                      <a16:creationId xmlns:a16="http://schemas.microsoft.com/office/drawing/2014/main" id="{D0822DA4-3B6E-6AEC-A500-1B9273EF8DE7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직선 화살표 연결선 334">
                  <a:extLst>
                    <a:ext uri="{FF2B5EF4-FFF2-40B4-BE49-F238E27FC236}">
                      <a16:creationId xmlns:a16="http://schemas.microsoft.com/office/drawing/2014/main" id="{815B8E0A-12A6-AF83-7BE1-8A7B85971560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직선 화살표 연결선 335">
                  <a:extLst>
                    <a:ext uri="{FF2B5EF4-FFF2-40B4-BE49-F238E27FC236}">
                      <a16:creationId xmlns:a16="http://schemas.microsoft.com/office/drawing/2014/main" id="{DED03D22-57C1-3946-C619-18CCABD14E7E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직선 화살표 연결선 336">
                  <a:extLst>
                    <a:ext uri="{FF2B5EF4-FFF2-40B4-BE49-F238E27FC236}">
                      <a16:creationId xmlns:a16="http://schemas.microsoft.com/office/drawing/2014/main" id="{6682B343-AFC6-19D7-919C-5F522F4A4C69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직선 화살표 연결선 337">
                  <a:extLst>
                    <a:ext uri="{FF2B5EF4-FFF2-40B4-BE49-F238E27FC236}">
                      <a16:creationId xmlns:a16="http://schemas.microsoft.com/office/drawing/2014/main" id="{28649866-1401-319B-F399-F4C4281033B9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직선 화살표 연결선 338">
                  <a:extLst>
                    <a:ext uri="{FF2B5EF4-FFF2-40B4-BE49-F238E27FC236}">
                      <a16:creationId xmlns:a16="http://schemas.microsoft.com/office/drawing/2014/main" id="{429AE867-0BA9-723F-AE2E-A089577997D3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40" name="TextBox 339">
                  <a:extLst>
                    <a:ext uri="{FF2B5EF4-FFF2-40B4-BE49-F238E27FC236}">
                      <a16:creationId xmlns:a16="http://schemas.microsoft.com/office/drawing/2014/main" id="{1416939F-B79B-0C45-45DE-96F6E43E1BC4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41" name="직선 화살표 연결선 340">
                  <a:extLst>
                    <a:ext uri="{FF2B5EF4-FFF2-40B4-BE49-F238E27FC236}">
                      <a16:creationId xmlns:a16="http://schemas.microsoft.com/office/drawing/2014/main" id="{4177838E-10B7-5B12-238F-A08E97FF1236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화살표 연결선 341">
                  <a:extLst>
                    <a:ext uri="{FF2B5EF4-FFF2-40B4-BE49-F238E27FC236}">
                      <a16:creationId xmlns:a16="http://schemas.microsoft.com/office/drawing/2014/main" id="{F123619A-1B0A-825A-7C59-46CD75B8C215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직선 화살표 연결선 342">
                  <a:extLst>
                    <a:ext uri="{FF2B5EF4-FFF2-40B4-BE49-F238E27FC236}">
                      <a16:creationId xmlns:a16="http://schemas.microsoft.com/office/drawing/2014/main" id="{D9618B2B-190A-D04B-F615-8A0F0A402FF3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직선 화살표 연결선 343">
                  <a:extLst>
                    <a:ext uri="{FF2B5EF4-FFF2-40B4-BE49-F238E27FC236}">
                      <a16:creationId xmlns:a16="http://schemas.microsoft.com/office/drawing/2014/main" id="{EF26431D-7D80-107A-23BF-3FBC15668F7A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직선 화살표 연결선 344">
                  <a:extLst>
                    <a:ext uri="{FF2B5EF4-FFF2-40B4-BE49-F238E27FC236}">
                      <a16:creationId xmlns:a16="http://schemas.microsoft.com/office/drawing/2014/main" id="{418201D9-8812-5B4D-72B1-65F56AC21816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직선 화살표 연결선 345">
                  <a:extLst>
                    <a:ext uri="{FF2B5EF4-FFF2-40B4-BE49-F238E27FC236}">
                      <a16:creationId xmlns:a16="http://schemas.microsoft.com/office/drawing/2014/main" id="{2C847241-4E58-295A-AFD3-E7A13D9808F6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직선 화살표 연결선 346">
                  <a:extLst>
                    <a:ext uri="{FF2B5EF4-FFF2-40B4-BE49-F238E27FC236}">
                      <a16:creationId xmlns:a16="http://schemas.microsoft.com/office/drawing/2014/main" id="{1A684E1C-FC56-02D3-0CB4-A2B2F65D2AEA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직선 화살표 연결선 347">
                  <a:extLst>
                    <a:ext uri="{FF2B5EF4-FFF2-40B4-BE49-F238E27FC236}">
                      <a16:creationId xmlns:a16="http://schemas.microsoft.com/office/drawing/2014/main" id="{E0F8B11F-D937-CBE0-05BC-A53519E8E6C1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직선 화살표 연결선 348">
                  <a:extLst>
                    <a:ext uri="{FF2B5EF4-FFF2-40B4-BE49-F238E27FC236}">
                      <a16:creationId xmlns:a16="http://schemas.microsoft.com/office/drawing/2014/main" id="{D1DC0A10-CB3F-1603-72C3-50437E8C961A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직선 화살표 연결선 349">
                  <a:extLst>
                    <a:ext uri="{FF2B5EF4-FFF2-40B4-BE49-F238E27FC236}">
                      <a16:creationId xmlns:a16="http://schemas.microsoft.com/office/drawing/2014/main" id="{5D5FA3DB-15E6-C0F1-1E9F-27B4F5128E20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직선 화살표 연결선 350">
                  <a:extLst>
                    <a:ext uri="{FF2B5EF4-FFF2-40B4-BE49-F238E27FC236}">
                      <a16:creationId xmlns:a16="http://schemas.microsoft.com/office/drawing/2014/main" id="{064E1372-D159-C616-6DDF-DF0F4C1E0873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직선 화살표 연결선 351">
                  <a:extLst>
                    <a:ext uri="{FF2B5EF4-FFF2-40B4-BE49-F238E27FC236}">
                      <a16:creationId xmlns:a16="http://schemas.microsoft.com/office/drawing/2014/main" id="{B6A3DA1D-E593-BF87-BF72-C7249B638374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직선 화살표 연결선 352">
                  <a:extLst>
                    <a:ext uri="{FF2B5EF4-FFF2-40B4-BE49-F238E27FC236}">
                      <a16:creationId xmlns:a16="http://schemas.microsoft.com/office/drawing/2014/main" id="{6B9D043E-DAE9-0495-D064-F179ADD88498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직선 화살표 연결선 353">
                  <a:extLst>
                    <a:ext uri="{FF2B5EF4-FFF2-40B4-BE49-F238E27FC236}">
                      <a16:creationId xmlns:a16="http://schemas.microsoft.com/office/drawing/2014/main" id="{7ED19106-DE05-BACD-C117-E297C9E2A85D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직선 화살표 연결선 354">
                  <a:extLst>
                    <a:ext uri="{FF2B5EF4-FFF2-40B4-BE49-F238E27FC236}">
                      <a16:creationId xmlns:a16="http://schemas.microsoft.com/office/drawing/2014/main" id="{3E7984CE-3F12-A1DE-C36D-A2D9AF4BE985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직선 화살표 연결선 355">
                  <a:extLst>
                    <a:ext uri="{FF2B5EF4-FFF2-40B4-BE49-F238E27FC236}">
                      <a16:creationId xmlns:a16="http://schemas.microsoft.com/office/drawing/2014/main" id="{B5FAC474-9874-C692-150B-C57FE1081F1E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직선 화살표 연결선 356">
                  <a:extLst>
                    <a:ext uri="{FF2B5EF4-FFF2-40B4-BE49-F238E27FC236}">
                      <a16:creationId xmlns:a16="http://schemas.microsoft.com/office/drawing/2014/main" id="{1ECD4EAF-0CB8-71AC-A539-B47BA9E50646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직선 화살표 연결선 357">
                  <a:extLst>
                    <a:ext uri="{FF2B5EF4-FFF2-40B4-BE49-F238E27FC236}">
                      <a16:creationId xmlns:a16="http://schemas.microsoft.com/office/drawing/2014/main" id="{ADACE20D-705F-F248-F9A8-26FF6EA6F5D0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직선 화살표 연결선 358">
                  <a:extLst>
                    <a:ext uri="{FF2B5EF4-FFF2-40B4-BE49-F238E27FC236}">
                      <a16:creationId xmlns:a16="http://schemas.microsoft.com/office/drawing/2014/main" id="{A3BDED6C-EE80-171D-C37E-59AD8E34FE14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직선 화살표 연결선 359">
                  <a:extLst>
                    <a:ext uri="{FF2B5EF4-FFF2-40B4-BE49-F238E27FC236}">
                      <a16:creationId xmlns:a16="http://schemas.microsoft.com/office/drawing/2014/main" id="{E864E885-F3F7-33DC-2F7F-F6F2E670C763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직선 화살표 연결선 360">
                  <a:extLst>
                    <a:ext uri="{FF2B5EF4-FFF2-40B4-BE49-F238E27FC236}">
                      <a16:creationId xmlns:a16="http://schemas.microsoft.com/office/drawing/2014/main" id="{532FCB94-2BE5-4F13-90A8-CD6A2ACDA8E8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직선 화살표 연결선 361">
                  <a:extLst>
                    <a:ext uri="{FF2B5EF4-FFF2-40B4-BE49-F238E27FC236}">
                      <a16:creationId xmlns:a16="http://schemas.microsoft.com/office/drawing/2014/main" id="{FDDCEE36-9A82-8B0D-1FFB-FBAFA953C733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2C15C700-7149-9844-E012-3893E96137F3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64" name="직선 화살표 연결선 363">
                  <a:extLst>
                    <a:ext uri="{FF2B5EF4-FFF2-40B4-BE49-F238E27FC236}">
                      <a16:creationId xmlns:a16="http://schemas.microsoft.com/office/drawing/2014/main" id="{70A9AF6C-F5CE-5F83-9811-F84489030756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직선 화살표 연결선 364">
                  <a:extLst>
                    <a:ext uri="{FF2B5EF4-FFF2-40B4-BE49-F238E27FC236}">
                      <a16:creationId xmlns:a16="http://schemas.microsoft.com/office/drawing/2014/main" id="{B0804A28-D100-A653-D0DD-83495D03A428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직선 화살표 연결선 365">
                  <a:extLst>
                    <a:ext uri="{FF2B5EF4-FFF2-40B4-BE49-F238E27FC236}">
                      <a16:creationId xmlns:a16="http://schemas.microsoft.com/office/drawing/2014/main" id="{6EE856A2-B6AC-A7C2-F8A2-80717614A8CD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직선 화살표 연결선 366">
                  <a:extLst>
                    <a:ext uri="{FF2B5EF4-FFF2-40B4-BE49-F238E27FC236}">
                      <a16:creationId xmlns:a16="http://schemas.microsoft.com/office/drawing/2014/main" id="{DF0A438B-B2E3-0065-FD93-5486F067B682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직선 화살표 연결선 367">
                  <a:extLst>
                    <a:ext uri="{FF2B5EF4-FFF2-40B4-BE49-F238E27FC236}">
                      <a16:creationId xmlns:a16="http://schemas.microsoft.com/office/drawing/2014/main" id="{E268655E-DD24-BA12-DF3C-E3E109379620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직선 화살표 연결선 368">
                  <a:extLst>
                    <a:ext uri="{FF2B5EF4-FFF2-40B4-BE49-F238E27FC236}">
                      <a16:creationId xmlns:a16="http://schemas.microsoft.com/office/drawing/2014/main" id="{46A2B1EF-0AD8-9B32-45BC-A1498B5FBFFC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직선 화살표 연결선 369">
                  <a:extLst>
                    <a:ext uri="{FF2B5EF4-FFF2-40B4-BE49-F238E27FC236}">
                      <a16:creationId xmlns:a16="http://schemas.microsoft.com/office/drawing/2014/main" id="{AFC91689-7EC0-04CE-4B87-E24536E9D8EA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직선 화살표 연결선 370">
                  <a:extLst>
                    <a:ext uri="{FF2B5EF4-FFF2-40B4-BE49-F238E27FC236}">
                      <a16:creationId xmlns:a16="http://schemas.microsoft.com/office/drawing/2014/main" id="{20E59110-2F8F-19A4-0EAB-DBDB6057AEBB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직선 화살표 연결선 371">
                  <a:extLst>
                    <a:ext uri="{FF2B5EF4-FFF2-40B4-BE49-F238E27FC236}">
                      <a16:creationId xmlns:a16="http://schemas.microsoft.com/office/drawing/2014/main" id="{95F4E869-9E6F-2964-189A-3738DED4D125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직선 화살표 연결선 372">
                  <a:extLst>
                    <a:ext uri="{FF2B5EF4-FFF2-40B4-BE49-F238E27FC236}">
                      <a16:creationId xmlns:a16="http://schemas.microsoft.com/office/drawing/2014/main" id="{BDD6E8A8-2AA9-78A4-8D36-C90D18FB63A3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직선 화살표 연결선 373">
                  <a:extLst>
                    <a:ext uri="{FF2B5EF4-FFF2-40B4-BE49-F238E27FC236}">
                      <a16:creationId xmlns:a16="http://schemas.microsoft.com/office/drawing/2014/main" id="{3DE7F02D-1B17-E3CA-5B5D-6BD4EF70B267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직선 화살표 연결선 374">
                  <a:extLst>
                    <a:ext uri="{FF2B5EF4-FFF2-40B4-BE49-F238E27FC236}">
                      <a16:creationId xmlns:a16="http://schemas.microsoft.com/office/drawing/2014/main" id="{31C5C75E-448A-342B-2D1C-98BDBF556C4C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직선 화살표 연결선 375">
                  <a:extLst>
                    <a:ext uri="{FF2B5EF4-FFF2-40B4-BE49-F238E27FC236}">
                      <a16:creationId xmlns:a16="http://schemas.microsoft.com/office/drawing/2014/main" id="{6CEFACD0-55F8-5075-B865-CD7DC824D88B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직선 화살표 연결선 376">
                  <a:extLst>
                    <a:ext uri="{FF2B5EF4-FFF2-40B4-BE49-F238E27FC236}">
                      <a16:creationId xmlns:a16="http://schemas.microsoft.com/office/drawing/2014/main" id="{3975DCD2-C676-2F65-ED92-DCAAB92BCA95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직선 화살표 연결선 377">
                  <a:extLst>
                    <a:ext uri="{FF2B5EF4-FFF2-40B4-BE49-F238E27FC236}">
                      <a16:creationId xmlns:a16="http://schemas.microsoft.com/office/drawing/2014/main" id="{1CDDC23B-BAD1-38D7-E15B-C46AA580F761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화살표 연결선 378">
                  <a:extLst>
                    <a:ext uri="{FF2B5EF4-FFF2-40B4-BE49-F238E27FC236}">
                      <a16:creationId xmlns:a16="http://schemas.microsoft.com/office/drawing/2014/main" id="{E363CEBE-3E3E-229F-E646-1647F67D87D9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직선 화살표 연결선 379">
                  <a:extLst>
                    <a:ext uri="{FF2B5EF4-FFF2-40B4-BE49-F238E27FC236}">
                      <a16:creationId xmlns:a16="http://schemas.microsoft.com/office/drawing/2014/main" id="{669EA4C1-0ABB-CFE5-A8C1-D150A5E591AC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직선 화살표 연결선 380">
                  <a:extLst>
                    <a:ext uri="{FF2B5EF4-FFF2-40B4-BE49-F238E27FC236}">
                      <a16:creationId xmlns:a16="http://schemas.microsoft.com/office/drawing/2014/main" id="{81B8B1E0-161B-8165-7681-11FB46E94C9D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직선 화살표 연결선 381">
                  <a:extLst>
                    <a:ext uri="{FF2B5EF4-FFF2-40B4-BE49-F238E27FC236}">
                      <a16:creationId xmlns:a16="http://schemas.microsoft.com/office/drawing/2014/main" id="{60118D1A-E8B8-05A8-BC53-B034E2F7507B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직선 화살표 연결선 382">
                  <a:extLst>
                    <a:ext uri="{FF2B5EF4-FFF2-40B4-BE49-F238E27FC236}">
                      <a16:creationId xmlns:a16="http://schemas.microsoft.com/office/drawing/2014/main" id="{09CFC191-4567-D498-931C-6B3B25DFE5E8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직선 화살표 연결선 383">
                  <a:extLst>
                    <a:ext uri="{FF2B5EF4-FFF2-40B4-BE49-F238E27FC236}">
                      <a16:creationId xmlns:a16="http://schemas.microsoft.com/office/drawing/2014/main" id="{CD63364D-E403-6CB4-883E-8222EFDF80DB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직선 화살표 연결선 384">
                  <a:extLst>
                    <a:ext uri="{FF2B5EF4-FFF2-40B4-BE49-F238E27FC236}">
                      <a16:creationId xmlns:a16="http://schemas.microsoft.com/office/drawing/2014/main" id="{3647318B-C5A9-07F7-2DC0-FA3C5591F348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86" name="TextBox 385">
                  <a:extLst>
                    <a:ext uri="{FF2B5EF4-FFF2-40B4-BE49-F238E27FC236}">
                      <a16:creationId xmlns:a16="http://schemas.microsoft.com/office/drawing/2014/main" id="{106BFFFF-5599-E69C-1B13-F1427C39BC73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87" name="TextBox 386">
                  <a:extLst>
                    <a:ext uri="{FF2B5EF4-FFF2-40B4-BE49-F238E27FC236}">
                      <a16:creationId xmlns:a16="http://schemas.microsoft.com/office/drawing/2014/main" id="{C78A0BFB-B1AD-DCF9-3F9E-55CC6DD15A13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3BBB53B0-6949-B9A1-2B4D-313C69554509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89" name="직사각형 388">
                  <a:extLst>
                    <a:ext uri="{FF2B5EF4-FFF2-40B4-BE49-F238E27FC236}">
                      <a16:creationId xmlns:a16="http://schemas.microsoft.com/office/drawing/2014/main" id="{7244DC5B-2071-4D76-9C48-B1CA58DEFA77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0" name="직사각형 389">
                  <a:extLst>
                    <a:ext uri="{FF2B5EF4-FFF2-40B4-BE49-F238E27FC236}">
                      <a16:creationId xmlns:a16="http://schemas.microsoft.com/office/drawing/2014/main" id="{A57A7953-7932-7610-4F9E-3BBA5A63653A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1" name="직사각형 390">
                  <a:extLst>
                    <a:ext uri="{FF2B5EF4-FFF2-40B4-BE49-F238E27FC236}">
                      <a16:creationId xmlns:a16="http://schemas.microsoft.com/office/drawing/2014/main" id="{511C63B7-0F03-D9E9-619D-7A15AF2757C8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92" name="직선 화살표 연결선 391">
                  <a:extLst>
                    <a:ext uri="{FF2B5EF4-FFF2-40B4-BE49-F238E27FC236}">
                      <a16:creationId xmlns:a16="http://schemas.microsoft.com/office/drawing/2014/main" id="{D8F3B631-BBA2-F415-C67A-CC98E79C5743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3" name="TextBox 392">
                  <a:extLst>
                    <a:ext uri="{FF2B5EF4-FFF2-40B4-BE49-F238E27FC236}">
                      <a16:creationId xmlns:a16="http://schemas.microsoft.com/office/drawing/2014/main" id="{F180A75A-2BE9-528D-7D54-E0DBA5BA0360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94" name="직선 화살표 연결선 393">
                  <a:extLst>
                    <a:ext uri="{FF2B5EF4-FFF2-40B4-BE49-F238E27FC236}">
                      <a16:creationId xmlns:a16="http://schemas.microsoft.com/office/drawing/2014/main" id="{7236B313-F956-CA03-A7EB-FA4A573A7092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5" name="TextBox 394">
                  <a:extLst>
                    <a:ext uri="{FF2B5EF4-FFF2-40B4-BE49-F238E27FC236}">
                      <a16:creationId xmlns:a16="http://schemas.microsoft.com/office/drawing/2014/main" id="{914E09E5-F75C-5A73-E695-6D50017CADB8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6" name="직사각형 395">
                  <a:extLst>
                    <a:ext uri="{FF2B5EF4-FFF2-40B4-BE49-F238E27FC236}">
                      <a16:creationId xmlns:a16="http://schemas.microsoft.com/office/drawing/2014/main" id="{7DCEAB0A-AB6F-6782-C277-D66A15BFEC96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7" name="직사각형 396">
                  <a:extLst>
                    <a:ext uri="{FF2B5EF4-FFF2-40B4-BE49-F238E27FC236}">
                      <a16:creationId xmlns:a16="http://schemas.microsoft.com/office/drawing/2014/main" id="{8AF17E64-66F9-B69A-466D-4A664A525B4A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8" name="직사각형 397">
                  <a:extLst>
                    <a:ext uri="{FF2B5EF4-FFF2-40B4-BE49-F238E27FC236}">
                      <a16:creationId xmlns:a16="http://schemas.microsoft.com/office/drawing/2014/main" id="{33D1B30E-0190-BB00-2ED5-23D9E1819EDD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99" name="직선 화살표 연결선 398">
                  <a:extLst>
                    <a:ext uri="{FF2B5EF4-FFF2-40B4-BE49-F238E27FC236}">
                      <a16:creationId xmlns:a16="http://schemas.microsoft.com/office/drawing/2014/main" id="{938F497C-8E8E-962E-B856-901CA7474EEE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0" name="TextBox 399">
                  <a:extLst>
                    <a:ext uri="{FF2B5EF4-FFF2-40B4-BE49-F238E27FC236}">
                      <a16:creationId xmlns:a16="http://schemas.microsoft.com/office/drawing/2014/main" id="{B3CE1BC1-5471-0FF0-7A95-CE0A37888AD2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01" name="직선 화살표 연결선 400">
                  <a:extLst>
                    <a:ext uri="{FF2B5EF4-FFF2-40B4-BE49-F238E27FC236}">
                      <a16:creationId xmlns:a16="http://schemas.microsoft.com/office/drawing/2014/main" id="{95071E82-1510-1329-C6A7-305C97EF7DDB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70794989-7F6D-53B1-AB60-5507FA80809E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405" name="직사각형 404">
                  <a:extLst>
                    <a:ext uri="{FF2B5EF4-FFF2-40B4-BE49-F238E27FC236}">
                      <a16:creationId xmlns:a16="http://schemas.microsoft.com/office/drawing/2014/main" id="{9CC784D0-7740-FB35-2123-FBDF32BE0CE0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406" name="직사각형 405">
                  <a:extLst>
                    <a:ext uri="{FF2B5EF4-FFF2-40B4-BE49-F238E27FC236}">
                      <a16:creationId xmlns:a16="http://schemas.microsoft.com/office/drawing/2014/main" id="{D9F192FD-0536-38AB-779B-605F2949A2E1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09" name="직선 화살표 연결선 408">
                  <a:extLst>
                    <a:ext uri="{FF2B5EF4-FFF2-40B4-BE49-F238E27FC236}">
                      <a16:creationId xmlns:a16="http://schemas.microsoft.com/office/drawing/2014/main" id="{1E0DA27C-677F-7A95-91B5-2ADF7D7D7A33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직선 화살표 연결선 409">
                  <a:extLst>
                    <a:ext uri="{FF2B5EF4-FFF2-40B4-BE49-F238E27FC236}">
                      <a16:creationId xmlns:a16="http://schemas.microsoft.com/office/drawing/2014/main" id="{289E5CB3-89E1-CC7A-39D1-CDD7F29834C6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직선 화살표 연결선 410">
                  <a:extLst>
                    <a:ext uri="{FF2B5EF4-FFF2-40B4-BE49-F238E27FC236}">
                      <a16:creationId xmlns:a16="http://schemas.microsoft.com/office/drawing/2014/main" id="{EB0020B0-F871-19A1-83EC-BFEF344C94B0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2" name="직선 화살표 연결선 311">
                <a:extLst>
                  <a:ext uri="{FF2B5EF4-FFF2-40B4-BE49-F238E27FC236}">
                    <a16:creationId xmlns:a16="http://schemas.microsoft.com/office/drawing/2014/main" id="{8D63F483-515A-7240-34A0-26DDA7D4C1CD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화살표 연결선 312">
                <a:extLst>
                  <a:ext uri="{FF2B5EF4-FFF2-40B4-BE49-F238E27FC236}">
                    <a16:creationId xmlns:a16="http://schemas.microsoft.com/office/drawing/2014/main" id="{1F367F83-DDC0-01CC-8DEB-8CEA3324BF2E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4" name="직선 화살표 연결선 313">
                <a:extLst>
                  <a:ext uri="{FF2B5EF4-FFF2-40B4-BE49-F238E27FC236}">
                    <a16:creationId xmlns:a16="http://schemas.microsoft.com/office/drawing/2014/main" id="{905AFF97-C507-EFE0-BCFE-92AC560E728D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5" name="직선 화살표 연결선 314">
                <a:extLst>
                  <a:ext uri="{FF2B5EF4-FFF2-40B4-BE49-F238E27FC236}">
                    <a16:creationId xmlns:a16="http://schemas.microsoft.com/office/drawing/2014/main" id="{4132E0C8-2776-E86A-8F73-5B586F034C6A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6" name="직선 화살표 연결선 315">
                <a:extLst>
                  <a:ext uri="{FF2B5EF4-FFF2-40B4-BE49-F238E27FC236}">
                    <a16:creationId xmlns:a16="http://schemas.microsoft.com/office/drawing/2014/main" id="{C00E8221-0A28-4E6A-5F09-6439AEA02712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C7F56A9D-809C-6E9E-C2ED-75AEF0DE5B83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370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Task L (Priority 1)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FAC8F-03FC-30FD-FAD9-9A20428204C0}"/>
              </a:ext>
            </a:extLst>
          </p:cNvPr>
          <p:cNvSpPr txBox="1"/>
          <p:nvPr/>
        </p:nvSpPr>
        <p:spPr>
          <a:xfrm>
            <a:off x="6858000" y="1342800"/>
            <a:ext cx="5208495" cy="49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TASK(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begins.&gt;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latin typeface="Consolas" panose="020B0609020204030204" pitchFamily="49" charset="0"/>
              </a:rPr>
              <a:t>(3000);</a:t>
            </a:r>
          </a:p>
          <a:p>
            <a:pPr lvl="1"/>
            <a:endParaRPr lang="ko-KR" alt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Try Lock(M1).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GetMutex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(&amp;M1);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Get Lock(M1).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endParaRPr lang="ko-KR" alt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(9000);</a:t>
            </a:r>
          </a:p>
          <a:p>
            <a:pPr lvl="1"/>
            <a:endParaRPr lang="ko-KR" alt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: Release Lock(M1)."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ReleaseMutex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(&amp;M1);</a:t>
            </a:r>
          </a:p>
          <a:p>
            <a:pPr lvl="1"/>
            <a:endParaRPr lang="ko-KR" alt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altLang="ko-KR" sz="1600" dirty="0" err="1">
                <a:latin typeface="Consolas" panose="020B0609020204030204" pitchFamily="49" charset="0"/>
              </a:rPr>
              <a:t>mdelay</a:t>
            </a:r>
            <a:r>
              <a:rPr lang="en-US" altLang="ko-KR" sz="1600" dirty="0">
                <a:latin typeface="Consolas" panose="020B0609020204030204" pitchFamily="49" charset="0"/>
              </a:rPr>
              <a:t>(1000);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printfSerial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altLang="ko-K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TaskL</a:t>
            </a:r>
            <a:r>
              <a:rPr lang="en-US" altLang="ko-KR" sz="1600" dirty="0">
                <a:solidFill>
                  <a:srgbClr val="2A00FF"/>
                </a:solidFill>
                <a:latin typeface="Consolas" panose="020B0609020204030204" pitchFamily="49" charset="0"/>
              </a:rPr>
              <a:t> ends.&gt;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TerminateTask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" altLang="ko-Kore-KR" sz="16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F27804-742C-6EAD-3395-5962AE9773E7}"/>
              </a:ext>
            </a:extLst>
          </p:cNvPr>
          <p:cNvSpPr/>
          <p:nvPr/>
        </p:nvSpPr>
        <p:spPr>
          <a:xfrm>
            <a:off x="190800" y="4291200"/>
            <a:ext cx="6622099" cy="1066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719053B7-C289-D41F-0FC4-7FC0EA4762FD}"/>
              </a:ext>
            </a:extLst>
          </p:cNvPr>
          <p:cNvGrpSpPr/>
          <p:nvPr/>
        </p:nvGrpSpPr>
        <p:grpSpPr>
          <a:xfrm>
            <a:off x="333021" y="2444400"/>
            <a:ext cx="6477404" cy="2768683"/>
            <a:chOff x="333021" y="2445762"/>
            <a:chExt cx="6477404" cy="2768683"/>
          </a:xfrm>
        </p:grpSpPr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9C3F6B90-DEC4-4DF8-EA9D-554933CB8050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209" name="직선 화살표 연결선 208">
                <a:extLst>
                  <a:ext uri="{FF2B5EF4-FFF2-40B4-BE49-F238E27FC236}">
                    <a16:creationId xmlns:a16="http://schemas.microsoft.com/office/drawing/2014/main" id="{F4C86627-4A76-FF1F-B98F-26CFDDB4AB05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BBE6389D-2B9C-22F7-9DA0-342A26E22778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E2CBC548-1402-7699-8BC7-10AF16C64D89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17" name="직선 화살표 연결선 216">
                  <a:extLst>
                    <a:ext uri="{FF2B5EF4-FFF2-40B4-BE49-F238E27FC236}">
                      <a16:creationId xmlns:a16="http://schemas.microsoft.com/office/drawing/2014/main" id="{881A7AA6-EE34-122A-050E-5081895DAE57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화살표 연결선 217">
                  <a:extLst>
                    <a:ext uri="{FF2B5EF4-FFF2-40B4-BE49-F238E27FC236}">
                      <a16:creationId xmlns:a16="http://schemas.microsoft.com/office/drawing/2014/main" id="{C81BB2B4-C63A-5092-4947-01351D927F80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직선 화살표 연결선 218">
                  <a:extLst>
                    <a:ext uri="{FF2B5EF4-FFF2-40B4-BE49-F238E27FC236}">
                      <a16:creationId xmlns:a16="http://schemas.microsoft.com/office/drawing/2014/main" id="{3D366475-E2FB-C266-63C9-2D8E42516612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화살표 연결선 219">
                  <a:extLst>
                    <a:ext uri="{FF2B5EF4-FFF2-40B4-BE49-F238E27FC236}">
                      <a16:creationId xmlns:a16="http://schemas.microsoft.com/office/drawing/2014/main" id="{07518BBD-D7BB-422F-2793-AB8D35CD7B46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직선 화살표 연결선 220">
                  <a:extLst>
                    <a:ext uri="{FF2B5EF4-FFF2-40B4-BE49-F238E27FC236}">
                      <a16:creationId xmlns:a16="http://schemas.microsoft.com/office/drawing/2014/main" id="{90D6ECDF-3755-5026-82C7-4876C45FA281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직선 화살표 연결선 221">
                  <a:extLst>
                    <a:ext uri="{FF2B5EF4-FFF2-40B4-BE49-F238E27FC236}">
                      <a16:creationId xmlns:a16="http://schemas.microsoft.com/office/drawing/2014/main" id="{F2233013-186E-F771-B501-14D08C18216A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직선 화살표 연결선 222">
                  <a:extLst>
                    <a:ext uri="{FF2B5EF4-FFF2-40B4-BE49-F238E27FC236}">
                      <a16:creationId xmlns:a16="http://schemas.microsoft.com/office/drawing/2014/main" id="{578A5B8E-CDDE-69A9-1E10-C63E436AF473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직선 화살표 연결선 223">
                  <a:extLst>
                    <a:ext uri="{FF2B5EF4-FFF2-40B4-BE49-F238E27FC236}">
                      <a16:creationId xmlns:a16="http://schemas.microsoft.com/office/drawing/2014/main" id="{2BCEE4E6-76E1-6E85-89C8-650227E728FD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직선 화살표 연결선 224">
                  <a:extLst>
                    <a:ext uri="{FF2B5EF4-FFF2-40B4-BE49-F238E27FC236}">
                      <a16:creationId xmlns:a16="http://schemas.microsoft.com/office/drawing/2014/main" id="{62B2D941-4675-C27E-A7C9-E1FE70F0928D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직선 화살표 연결선 225">
                  <a:extLst>
                    <a:ext uri="{FF2B5EF4-FFF2-40B4-BE49-F238E27FC236}">
                      <a16:creationId xmlns:a16="http://schemas.microsoft.com/office/drawing/2014/main" id="{03B5F223-E7D3-DBE2-E1F7-CA03A0A01839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직선 화살표 연결선 226">
                  <a:extLst>
                    <a:ext uri="{FF2B5EF4-FFF2-40B4-BE49-F238E27FC236}">
                      <a16:creationId xmlns:a16="http://schemas.microsoft.com/office/drawing/2014/main" id="{C9AD430B-B373-ABC6-17CD-068DCFBF0BB8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직선 화살표 연결선 227">
                  <a:extLst>
                    <a:ext uri="{FF2B5EF4-FFF2-40B4-BE49-F238E27FC236}">
                      <a16:creationId xmlns:a16="http://schemas.microsoft.com/office/drawing/2014/main" id="{A5F5854C-647D-D975-229B-5667FCA7D706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직선 화살표 연결선 228">
                  <a:extLst>
                    <a:ext uri="{FF2B5EF4-FFF2-40B4-BE49-F238E27FC236}">
                      <a16:creationId xmlns:a16="http://schemas.microsoft.com/office/drawing/2014/main" id="{99A64C67-AAEE-D601-7F94-E5588E53F900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직선 화살표 연결선 229">
                  <a:extLst>
                    <a:ext uri="{FF2B5EF4-FFF2-40B4-BE49-F238E27FC236}">
                      <a16:creationId xmlns:a16="http://schemas.microsoft.com/office/drawing/2014/main" id="{3F02450E-FB5A-6D50-CCC6-3B25A79DACD3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직선 화살표 연결선 230">
                  <a:extLst>
                    <a:ext uri="{FF2B5EF4-FFF2-40B4-BE49-F238E27FC236}">
                      <a16:creationId xmlns:a16="http://schemas.microsoft.com/office/drawing/2014/main" id="{29048344-DDCB-2CA8-4EC2-78C2030CC473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직선 화살표 연결선 231">
                  <a:extLst>
                    <a:ext uri="{FF2B5EF4-FFF2-40B4-BE49-F238E27FC236}">
                      <a16:creationId xmlns:a16="http://schemas.microsoft.com/office/drawing/2014/main" id="{6969160C-6C70-1AC6-6765-71859D99E02C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직선 화살표 연결선 232">
                  <a:extLst>
                    <a:ext uri="{FF2B5EF4-FFF2-40B4-BE49-F238E27FC236}">
                      <a16:creationId xmlns:a16="http://schemas.microsoft.com/office/drawing/2014/main" id="{0227B121-92D3-FA26-E478-0E0F79517BAE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직선 화살표 연결선 233">
                  <a:extLst>
                    <a:ext uri="{FF2B5EF4-FFF2-40B4-BE49-F238E27FC236}">
                      <a16:creationId xmlns:a16="http://schemas.microsoft.com/office/drawing/2014/main" id="{5EF089DE-3AED-1FFC-99E5-16015C3B27DA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직선 화살표 연결선 234">
                  <a:extLst>
                    <a:ext uri="{FF2B5EF4-FFF2-40B4-BE49-F238E27FC236}">
                      <a16:creationId xmlns:a16="http://schemas.microsoft.com/office/drawing/2014/main" id="{8EA4391A-38E9-EA0B-1AA0-A69DF52A5038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직선 화살표 연결선 235">
                  <a:extLst>
                    <a:ext uri="{FF2B5EF4-FFF2-40B4-BE49-F238E27FC236}">
                      <a16:creationId xmlns:a16="http://schemas.microsoft.com/office/drawing/2014/main" id="{92ED02E9-017B-CADB-AEE0-A4468E7DE051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직선 화살표 연결선 236">
                  <a:extLst>
                    <a:ext uri="{FF2B5EF4-FFF2-40B4-BE49-F238E27FC236}">
                      <a16:creationId xmlns:a16="http://schemas.microsoft.com/office/drawing/2014/main" id="{191F3862-8B0A-1AFB-7C3E-D7418E7CED60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직선 화살표 연결선 237">
                  <a:extLst>
                    <a:ext uri="{FF2B5EF4-FFF2-40B4-BE49-F238E27FC236}">
                      <a16:creationId xmlns:a16="http://schemas.microsoft.com/office/drawing/2014/main" id="{7C8E9359-6101-4EFA-1986-6B6B58C0BF66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4C2756B3-2E44-E6F2-10C3-FF309CEAB0C4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40" name="직선 화살표 연결선 239">
                  <a:extLst>
                    <a:ext uri="{FF2B5EF4-FFF2-40B4-BE49-F238E27FC236}">
                      <a16:creationId xmlns:a16="http://schemas.microsoft.com/office/drawing/2014/main" id="{9E441405-E1FE-8E44-852E-0B80F62A30ED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직선 화살표 연결선 240">
                  <a:extLst>
                    <a:ext uri="{FF2B5EF4-FFF2-40B4-BE49-F238E27FC236}">
                      <a16:creationId xmlns:a16="http://schemas.microsoft.com/office/drawing/2014/main" id="{2D759132-5383-27BF-1179-4F2047C22670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직선 화살표 연결선 241">
                  <a:extLst>
                    <a:ext uri="{FF2B5EF4-FFF2-40B4-BE49-F238E27FC236}">
                      <a16:creationId xmlns:a16="http://schemas.microsoft.com/office/drawing/2014/main" id="{DF5FDA6E-3291-0592-7EC5-F2C09FE28F56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직선 화살표 연결선 242">
                  <a:extLst>
                    <a:ext uri="{FF2B5EF4-FFF2-40B4-BE49-F238E27FC236}">
                      <a16:creationId xmlns:a16="http://schemas.microsoft.com/office/drawing/2014/main" id="{43BC57FE-0E89-CA96-4585-FDD589E1B390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직선 화살표 연결선 243">
                  <a:extLst>
                    <a:ext uri="{FF2B5EF4-FFF2-40B4-BE49-F238E27FC236}">
                      <a16:creationId xmlns:a16="http://schemas.microsoft.com/office/drawing/2014/main" id="{E14F4CEA-AC0D-692C-C286-38DAD5913E8E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직선 화살표 연결선 244">
                  <a:extLst>
                    <a:ext uri="{FF2B5EF4-FFF2-40B4-BE49-F238E27FC236}">
                      <a16:creationId xmlns:a16="http://schemas.microsoft.com/office/drawing/2014/main" id="{5F5AB164-C83D-1081-B81C-BE236F9AD7D1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직선 화살표 연결선 245">
                  <a:extLst>
                    <a:ext uri="{FF2B5EF4-FFF2-40B4-BE49-F238E27FC236}">
                      <a16:creationId xmlns:a16="http://schemas.microsoft.com/office/drawing/2014/main" id="{2F7DD6D8-E4F8-BF80-B660-B168F2886316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직선 화살표 연결선 246">
                  <a:extLst>
                    <a:ext uri="{FF2B5EF4-FFF2-40B4-BE49-F238E27FC236}">
                      <a16:creationId xmlns:a16="http://schemas.microsoft.com/office/drawing/2014/main" id="{AC206CC7-3B00-0540-F27B-AF1810298E2B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직선 화살표 연결선 247">
                  <a:extLst>
                    <a:ext uri="{FF2B5EF4-FFF2-40B4-BE49-F238E27FC236}">
                      <a16:creationId xmlns:a16="http://schemas.microsoft.com/office/drawing/2014/main" id="{53D8FDA8-CDE9-4708-A381-4AF6966EC828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직선 화살표 연결선 248">
                  <a:extLst>
                    <a:ext uri="{FF2B5EF4-FFF2-40B4-BE49-F238E27FC236}">
                      <a16:creationId xmlns:a16="http://schemas.microsoft.com/office/drawing/2014/main" id="{C47D98BE-A48E-1742-DA1F-2528A960E85E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직선 화살표 연결선 249">
                  <a:extLst>
                    <a:ext uri="{FF2B5EF4-FFF2-40B4-BE49-F238E27FC236}">
                      <a16:creationId xmlns:a16="http://schemas.microsoft.com/office/drawing/2014/main" id="{80BAEA58-325A-0460-BC9E-BA222B217D40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직선 화살표 연결선 250">
                  <a:extLst>
                    <a:ext uri="{FF2B5EF4-FFF2-40B4-BE49-F238E27FC236}">
                      <a16:creationId xmlns:a16="http://schemas.microsoft.com/office/drawing/2014/main" id="{F9460E19-3B9D-BA57-9111-69721E77912A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직선 화살표 연결선 251">
                  <a:extLst>
                    <a:ext uri="{FF2B5EF4-FFF2-40B4-BE49-F238E27FC236}">
                      <a16:creationId xmlns:a16="http://schemas.microsoft.com/office/drawing/2014/main" id="{7A22BED6-EA9B-196D-567A-2963EC9C7690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직선 화살표 연결선 252">
                  <a:extLst>
                    <a:ext uri="{FF2B5EF4-FFF2-40B4-BE49-F238E27FC236}">
                      <a16:creationId xmlns:a16="http://schemas.microsoft.com/office/drawing/2014/main" id="{49F2541F-80D2-F145-6674-49BC611F2944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직선 화살표 연결선 253">
                  <a:extLst>
                    <a:ext uri="{FF2B5EF4-FFF2-40B4-BE49-F238E27FC236}">
                      <a16:creationId xmlns:a16="http://schemas.microsoft.com/office/drawing/2014/main" id="{E39B0D50-A33C-FAC5-F0AA-32D86678E948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직선 화살표 연결선 254">
                  <a:extLst>
                    <a:ext uri="{FF2B5EF4-FFF2-40B4-BE49-F238E27FC236}">
                      <a16:creationId xmlns:a16="http://schemas.microsoft.com/office/drawing/2014/main" id="{E6B3376F-45E0-3E75-99D9-9411CC937BA3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직선 화살표 연결선 255">
                  <a:extLst>
                    <a:ext uri="{FF2B5EF4-FFF2-40B4-BE49-F238E27FC236}">
                      <a16:creationId xmlns:a16="http://schemas.microsoft.com/office/drawing/2014/main" id="{139E4529-F9FB-9CD1-CC52-FB2EFEFD04C5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직선 화살표 연결선 256">
                  <a:extLst>
                    <a:ext uri="{FF2B5EF4-FFF2-40B4-BE49-F238E27FC236}">
                      <a16:creationId xmlns:a16="http://schemas.microsoft.com/office/drawing/2014/main" id="{F5D1D3BD-7BFA-CE2C-A972-79F79209FF26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직선 화살표 연결선 257">
                  <a:extLst>
                    <a:ext uri="{FF2B5EF4-FFF2-40B4-BE49-F238E27FC236}">
                      <a16:creationId xmlns:a16="http://schemas.microsoft.com/office/drawing/2014/main" id="{5BE6862D-92BD-8114-E70B-D30F142CC216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직선 화살표 연결선 258">
                  <a:extLst>
                    <a:ext uri="{FF2B5EF4-FFF2-40B4-BE49-F238E27FC236}">
                      <a16:creationId xmlns:a16="http://schemas.microsoft.com/office/drawing/2014/main" id="{2060BC97-3347-3BCC-16D4-D115EBF6016A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직선 화살표 연결선 259">
                  <a:extLst>
                    <a:ext uri="{FF2B5EF4-FFF2-40B4-BE49-F238E27FC236}">
                      <a16:creationId xmlns:a16="http://schemas.microsoft.com/office/drawing/2014/main" id="{BF4DEC5E-9C0A-66C7-A855-3BCEC840C137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직선 화살표 연결선 260">
                  <a:extLst>
                    <a:ext uri="{FF2B5EF4-FFF2-40B4-BE49-F238E27FC236}">
                      <a16:creationId xmlns:a16="http://schemas.microsoft.com/office/drawing/2014/main" id="{7B19637C-C3D3-D6FF-31B4-4F08DDD2410A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B633918B-2C91-450A-011C-19597A9D7D39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63" name="직선 화살표 연결선 262">
                  <a:extLst>
                    <a:ext uri="{FF2B5EF4-FFF2-40B4-BE49-F238E27FC236}">
                      <a16:creationId xmlns:a16="http://schemas.microsoft.com/office/drawing/2014/main" id="{34AC00FB-EEEC-E2C5-1DE2-A30E347F9CCD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직선 화살표 연결선 263">
                  <a:extLst>
                    <a:ext uri="{FF2B5EF4-FFF2-40B4-BE49-F238E27FC236}">
                      <a16:creationId xmlns:a16="http://schemas.microsoft.com/office/drawing/2014/main" id="{22CF5596-0969-EC3E-555A-22AB630EF125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직선 화살표 연결선 264">
                  <a:extLst>
                    <a:ext uri="{FF2B5EF4-FFF2-40B4-BE49-F238E27FC236}">
                      <a16:creationId xmlns:a16="http://schemas.microsoft.com/office/drawing/2014/main" id="{F4D3EB58-D4F6-B91B-53E1-918CCAD88E00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직선 화살표 연결선 265">
                  <a:extLst>
                    <a:ext uri="{FF2B5EF4-FFF2-40B4-BE49-F238E27FC236}">
                      <a16:creationId xmlns:a16="http://schemas.microsoft.com/office/drawing/2014/main" id="{893A775F-7FC2-523F-FDBF-4C7BAFCBB322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직선 화살표 연결선 266">
                  <a:extLst>
                    <a:ext uri="{FF2B5EF4-FFF2-40B4-BE49-F238E27FC236}">
                      <a16:creationId xmlns:a16="http://schemas.microsoft.com/office/drawing/2014/main" id="{18C0B574-2868-43E8-A5E5-0885BC3FABB5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직선 화살표 연결선 267">
                  <a:extLst>
                    <a:ext uri="{FF2B5EF4-FFF2-40B4-BE49-F238E27FC236}">
                      <a16:creationId xmlns:a16="http://schemas.microsoft.com/office/drawing/2014/main" id="{A31CB3C1-6122-05D0-1601-FC43E168609E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직선 화살표 연결선 268">
                  <a:extLst>
                    <a:ext uri="{FF2B5EF4-FFF2-40B4-BE49-F238E27FC236}">
                      <a16:creationId xmlns:a16="http://schemas.microsoft.com/office/drawing/2014/main" id="{4F10F43D-D448-4B44-89DC-E75FC0B65ECE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직선 화살표 연결선 269">
                  <a:extLst>
                    <a:ext uri="{FF2B5EF4-FFF2-40B4-BE49-F238E27FC236}">
                      <a16:creationId xmlns:a16="http://schemas.microsoft.com/office/drawing/2014/main" id="{25F304E1-8D8F-3F8B-E998-65CCEE445DD5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직선 화살표 연결선 270">
                  <a:extLst>
                    <a:ext uri="{FF2B5EF4-FFF2-40B4-BE49-F238E27FC236}">
                      <a16:creationId xmlns:a16="http://schemas.microsoft.com/office/drawing/2014/main" id="{311E0763-93D7-8977-21B4-BAFBB9993463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직선 화살표 연결선 271">
                  <a:extLst>
                    <a:ext uri="{FF2B5EF4-FFF2-40B4-BE49-F238E27FC236}">
                      <a16:creationId xmlns:a16="http://schemas.microsoft.com/office/drawing/2014/main" id="{86DD7506-98C7-47EC-964C-E8B4C2A275A4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직선 화살표 연결선 272">
                  <a:extLst>
                    <a:ext uri="{FF2B5EF4-FFF2-40B4-BE49-F238E27FC236}">
                      <a16:creationId xmlns:a16="http://schemas.microsoft.com/office/drawing/2014/main" id="{45843EF0-5388-CC51-4362-8A65CED819B3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직선 화살표 연결선 273">
                  <a:extLst>
                    <a:ext uri="{FF2B5EF4-FFF2-40B4-BE49-F238E27FC236}">
                      <a16:creationId xmlns:a16="http://schemas.microsoft.com/office/drawing/2014/main" id="{EC96924A-567F-AD51-F9EB-B836B354C2A9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직선 화살표 연결선 274">
                  <a:extLst>
                    <a:ext uri="{FF2B5EF4-FFF2-40B4-BE49-F238E27FC236}">
                      <a16:creationId xmlns:a16="http://schemas.microsoft.com/office/drawing/2014/main" id="{D232D77C-C5B0-E424-FB83-1D4480A99249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직선 화살표 연결선 275">
                  <a:extLst>
                    <a:ext uri="{FF2B5EF4-FFF2-40B4-BE49-F238E27FC236}">
                      <a16:creationId xmlns:a16="http://schemas.microsoft.com/office/drawing/2014/main" id="{789AA7AA-CB76-3DA5-BE5C-DFD186698714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직선 화살표 연결선 276">
                  <a:extLst>
                    <a:ext uri="{FF2B5EF4-FFF2-40B4-BE49-F238E27FC236}">
                      <a16:creationId xmlns:a16="http://schemas.microsoft.com/office/drawing/2014/main" id="{9630E89E-7635-1F1B-2329-D45458175489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직선 화살표 연결선 277">
                  <a:extLst>
                    <a:ext uri="{FF2B5EF4-FFF2-40B4-BE49-F238E27FC236}">
                      <a16:creationId xmlns:a16="http://schemas.microsoft.com/office/drawing/2014/main" id="{0019FC89-A9D0-E33E-9D7B-0CF44F243F56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직선 화살표 연결선 278">
                  <a:extLst>
                    <a:ext uri="{FF2B5EF4-FFF2-40B4-BE49-F238E27FC236}">
                      <a16:creationId xmlns:a16="http://schemas.microsoft.com/office/drawing/2014/main" id="{CD2DB148-1AF4-32DB-40DA-DC5CB2CED6D9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직선 화살표 연결선 279">
                  <a:extLst>
                    <a:ext uri="{FF2B5EF4-FFF2-40B4-BE49-F238E27FC236}">
                      <a16:creationId xmlns:a16="http://schemas.microsoft.com/office/drawing/2014/main" id="{475C5031-1587-14CD-4AE6-3840E966C9C3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직선 화살표 연결선 280">
                  <a:extLst>
                    <a:ext uri="{FF2B5EF4-FFF2-40B4-BE49-F238E27FC236}">
                      <a16:creationId xmlns:a16="http://schemas.microsoft.com/office/drawing/2014/main" id="{6C9A464B-D9BE-6E9E-5E60-A3A26CE6EDA6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직선 화살표 연결선 281">
                  <a:extLst>
                    <a:ext uri="{FF2B5EF4-FFF2-40B4-BE49-F238E27FC236}">
                      <a16:creationId xmlns:a16="http://schemas.microsoft.com/office/drawing/2014/main" id="{4708D8F7-7823-8F0C-329B-962324780958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직선 화살표 연결선 282">
                  <a:extLst>
                    <a:ext uri="{FF2B5EF4-FFF2-40B4-BE49-F238E27FC236}">
                      <a16:creationId xmlns:a16="http://schemas.microsoft.com/office/drawing/2014/main" id="{A372EDC1-DE0C-3570-53AA-01A6BD321F09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직선 화살표 연결선 283">
                  <a:extLst>
                    <a:ext uri="{FF2B5EF4-FFF2-40B4-BE49-F238E27FC236}">
                      <a16:creationId xmlns:a16="http://schemas.microsoft.com/office/drawing/2014/main" id="{24C6DD4B-8BF2-042F-6C00-D5696D1F0253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77A26A88-4938-53AB-1923-F68F28FB44BF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1D8F2348-EF44-8EEA-0BBD-B0267303EDA2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2CB000A2-8D75-5446-643B-08843D86DDCF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88" name="직사각형 287">
                  <a:extLst>
                    <a:ext uri="{FF2B5EF4-FFF2-40B4-BE49-F238E27FC236}">
                      <a16:creationId xmlns:a16="http://schemas.microsoft.com/office/drawing/2014/main" id="{47915732-08DD-4145-0C3A-82C70C5D3BF4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89" name="직사각형 288">
                  <a:extLst>
                    <a:ext uri="{FF2B5EF4-FFF2-40B4-BE49-F238E27FC236}">
                      <a16:creationId xmlns:a16="http://schemas.microsoft.com/office/drawing/2014/main" id="{A4D0AA87-8A55-B388-CE8E-52E3CE4D97C1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8982999D-50FC-EAD7-83EA-11DEA2C9EEC7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91" name="직선 화살표 연결선 290">
                  <a:extLst>
                    <a:ext uri="{FF2B5EF4-FFF2-40B4-BE49-F238E27FC236}">
                      <a16:creationId xmlns:a16="http://schemas.microsoft.com/office/drawing/2014/main" id="{0B650C3C-78A0-D8FB-91DD-1FE4C6401BE5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id="{EA9E3BF3-C44F-CD83-319E-29CBCDEA83AB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93" name="직선 화살표 연결선 292">
                  <a:extLst>
                    <a:ext uri="{FF2B5EF4-FFF2-40B4-BE49-F238E27FC236}">
                      <a16:creationId xmlns:a16="http://schemas.microsoft.com/office/drawing/2014/main" id="{E6BEB34C-C79C-A5DE-1140-01E81506BD66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id="{6EA95191-AE79-85BE-F198-9F47DA10A73A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95" name="직사각형 294">
                  <a:extLst>
                    <a:ext uri="{FF2B5EF4-FFF2-40B4-BE49-F238E27FC236}">
                      <a16:creationId xmlns:a16="http://schemas.microsoft.com/office/drawing/2014/main" id="{E4109194-48A1-600D-81D2-975B5822DCF6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96" name="직사각형 295">
                  <a:extLst>
                    <a:ext uri="{FF2B5EF4-FFF2-40B4-BE49-F238E27FC236}">
                      <a16:creationId xmlns:a16="http://schemas.microsoft.com/office/drawing/2014/main" id="{EE758EE9-4FCA-8D07-6190-CFB1B8A23ECC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5B021322-C063-FC74-8496-22B308B4F842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298" name="직선 화살표 연결선 297">
                  <a:extLst>
                    <a:ext uri="{FF2B5EF4-FFF2-40B4-BE49-F238E27FC236}">
                      <a16:creationId xmlns:a16="http://schemas.microsoft.com/office/drawing/2014/main" id="{D933183A-3FDE-2A8F-E24A-44A16FB3A3B4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4715695A-5CBB-7BCB-F80B-F4CB72B43C74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00" name="직선 화살표 연결선 299">
                  <a:extLst>
                    <a:ext uri="{FF2B5EF4-FFF2-40B4-BE49-F238E27FC236}">
                      <a16:creationId xmlns:a16="http://schemas.microsoft.com/office/drawing/2014/main" id="{B1E75792-5F6F-268C-EAC5-D4F46D4F08C8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3BBA8B16-6DA1-A7F5-5C35-C3DAF7681FA2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04" name="직사각형 303">
                  <a:extLst>
                    <a:ext uri="{FF2B5EF4-FFF2-40B4-BE49-F238E27FC236}">
                      <a16:creationId xmlns:a16="http://schemas.microsoft.com/office/drawing/2014/main" id="{50298265-C070-C55E-84C3-32FE4E31417F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05" name="직사각형 304">
                  <a:extLst>
                    <a:ext uri="{FF2B5EF4-FFF2-40B4-BE49-F238E27FC236}">
                      <a16:creationId xmlns:a16="http://schemas.microsoft.com/office/drawing/2014/main" id="{8726C7B2-B972-150D-6D87-3E6556174B25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308" name="직선 화살표 연결선 307">
                  <a:extLst>
                    <a:ext uri="{FF2B5EF4-FFF2-40B4-BE49-F238E27FC236}">
                      <a16:creationId xmlns:a16="http://schemas.microsoft.com/office/drawing/2014/main" id="{A5175124-14F4-BC35-2458-209676BA2430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직선 화살표 연결선 308">
                  <a:extLst>
                    <a:ext uri="{FF2B5EF4-FFF2-40B4-BE49-F238E27FC236}">
                      <a16:creationId xmlns:a16="http://schemas.microsoft.com/office/drawing/2014/main" id="{ADB7EA20-FA7A-84F1-3117-082667C45D06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직선 화살표 연결선 309">
                  <a:extLst>
                    <a:ext uri="{FF2B5EF4-FFF2-40B4-BE49-F238E27FC236}">
                      <a16:creationId xmlns:a16="http://schemas.microsoft.com/office/drawing/2014/main" id="{296D681C-225F-0A2F-D17A-6ACBF402A60D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직선 화살표 연결선 210">
                <a:extLst>
                  <a:ext uri="{FF2B5EF4-FFF2-40B4-BE49-F238E27FC236}">
                    <a16:creationId xmlns:a16="http://schemas.microsoft.com/office/drawing/2014/main" id="{40049C03-666F-B791-B3B3-DB16818B2FCA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직선 화살표 연결선 211">
                <a:extLst>
                  <a:ext uri="{FF2B5EF4-FFF2-40B4-BE49-F238E27FC236}">
                    <a16:creationId xmlns:a16="http://schemas.microsoft.com/office/drawing/2014/main" id="{63B68C3E-7176-6CDB-A8F1-2F485C695897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직선 화살표 연결선 212">
                <a:extLst>
                  <a:ext uri="{FF2B5EF4-FFF2-40B4-BE49-F238E27FC236}">
                    <a16:creationId xmlns:a16="http://schemas.microsoft.com/office/drawing/2014/main" id="{6F48F942-AD9D-AD4E-E9BF-67E799204A43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직선 화살표 연결선 213">
                <a:extLst>
                  <a:ext uri="{FF2B5EF4-FFF2-40B4-BE49-F238E27FC236}">
                    <a16:creationId xmlns:a16="http://schemas.microsoft.com/office/drawing/2014/main" id="{0C35EE63-49B7-782D-A63E-4B21266280F4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화살표 연결선 214">
                <a:extLst>
                  <a:ext uri="{FF2B5EF4-FFF2-40B4-BE49-F238E27FC236}">
                    <a16:creationId xmlns:a16="http://schemas.microsoft.com/office/drawing/2014/main" id="{53FB012D-D0D1-AF51-B034-6BE2FA682409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30D64028-32F2-89EA-F2E6-5B70B15EA413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056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5BB6-54BF-FE80-3660-F5DCCA45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63A9-0D0F-8D44-592A-7741DBEC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Priority Inversion </a:t>
            </a:r>
            <a:r>
              <a:rPr kumimoji="1" lang="ko-KR" altLang="en-US" dirty="0"/>
              <a:t>발생</a:t>
            </a:r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8E1249-F818-7112-97FC-E1AC26F2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Priority Inversion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4A736-43D2-130A-7F87-2294DFF3B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034" y="1458814"/>
            <a:ext cx="4767864" cy="464280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2202ADF-726C-4F31-BB9E-146E553A75C8}"/>
              </a:ext>
            </a:extLst>
          </p:cNvPr>
          <p:cNvGrpSpPr/>
          <p:nvPr/>
        </p:nvGrpSpPr>
        <p:grpSpPr>
          <a:xfrm>
            <a:off x="333021" y="2444400"/>
            <a:ext cx="6477404" cy="2768683"/>
            <a:chOff x="333021" y="2445762"/>
            <a:chExt cx="6477404" cy="276868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0EB46C7-7B22-BD16-DA9C-4CB0ACCA8A30}"/>
                </a:ext>
              </a:extLst>
            </p:cNvPr>
            <p:cNvGrpSpPr/>
            <p:nvPr/>
          </p:nvGrpSpPr>
          <p:grpSpPr>
            <a:xfrm>
              <a:off x="333021" y="2445762"/>
              <a:ext cx="6477404" cy="2768683"/>
              <a:chOff x="333021" y="2445762"/>
              <a:chExt cx="6477404" cy="2768683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3BDD24B9-68EE-78C1-ABC0-DE03AB0F19AA}"/>
                  </a:ext>
                </a:extLst>
              </p:cNvPr>
              <p:cNvCxnSpPr/>
              <p:nvPr/>
            </p:nvCxnSpPr>
            <p:spPr>
              <a:xfrm flipV="1">
                <a:off x="5734800" y="49356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CE6A5B4-6172-8BB9-1C37-1298DCA9E487}"/>
                  </a:ext>
                </a:extLst>
              </p:cNvPr>
              <p:cNvGrpSpPr/>
              <p:nvPr/>
            </p:nvGrpSpPr>
            <p:grpSpPr>
              <a:xfrm>
                <a:off x="333021" y="2445762"/>
                <a:ext cx="6477404" cy="2768683"/>
                <a:chOff x="2466200" y="2613276"/>
                <a:chExt cx="6477404" cy="2768683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F531687-F253-F595-E5FF-01A53CDD8B47}"/>
                    </a:ext>
                  </a:extLst>
                </p:cNvPr>
                <p:cNvSpPr txBox="1"/>
                <p:nvPr/>
              </p:nvSpPr>
              <p:spPr>
                <a:xfrm>
                  <a:off x="8254569" y="3108593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F316A1D0-DDE4-5BC8-368A-3990901333E9}"/>
                    </a:ext>
                  </a:extLst>
                </p:cNvPr>
                <p:cNvCxnSpPr/>
                <p:nvPr/>
              </p:nvCxnSpPr>
              <p:spPr>
                <a:xfrm>
                  <a:off x="2966610" y="3297200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화살표 연결선 17">
                  <a:extLst>
                    <a:ext uri="{FF2B5EF4-FFF2-40B4-BE49-F238E27FC236}">
                      <a16:creationId xmlns:a16="http://schemas.microsoft.com/office/drawing/2014/main" id="{A708D2DF-3829-604C-2AF7-45B820928AEB}"/>
                    </a:ext>
                  </a:extLst>
                </p:cNvPr>
                <p:cNvCxnSpPr/>
                <p:nvPr/>
              </p:nvCxnSpPr>
              <p:spPr>
                <a:xfrm flipV="1">
                  <a:off x="2967427" y="310022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9D1D7962-8CF5-C7BD-A507-E870121A10F2}"/>
                    </a:ext>
                  </a:extLst>
                </p:cNvPr>
                <p:cNvCxnSpPr/>
                <p:nvPr/>
              </p:nvCxnSpPr>
              <p:spPr>
                <a:xfrm flipV="1">
                  <a:off x="320073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F8393C5E-98D5-CD71-CFED-A40EEC46A39A}"/>
                    </a:ext>
                  </a:extLst>
                </p:cNvPr>
                <p:cNvCxnSpPr/>
                <p:nvPr/>
              </p:nvCxnSpPr>
              <p:spPr>
                <a:xfrm flipV="1">
                  <a:off x="343403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직선 화살표 연결선 20">
                  <a:extLst>
                    <a:ext uri="{FF2B5EF4-FFF2-40B4-BE49-F238E27FC236}">
                      <a16:creationId xmlns:a16="http://schemas.microsoft.com/office/drawing/2014/main" id="{24233D1D-0DBA-4F9A-ED01-28C0B734C779}"/>
                    </a:ext>
                  </a:extLst>
                </p:cNvPr>
                <p:cNvCxnSpPr/>
                <p:nvPr/>
              </p:nvCxnSpPr>
              <p:spPr>
                <a:xfrm flipV="1">
                  <a:off x="366733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화살표 연결선 21">
                  <a:extLst>
                    <a:ext uri="{FF2B5EF4-FFF2-40B4-BE49-F238E27FC236}">
                      <a16:creationId xmlns:a16="http://schemas.microsoft.com/office/drawing/2014/main" id="{C2375BF8-8C7F-97B2-7060-021333FCAB55}"/>
                    </a:ext>
                  </a:extLst>
                </p:cNvPr>
                <p:cNvCxnSpPr/>
                <p:nvPr/>
              </p:nvCxnSpPr>
              <p:spPr>
                <a:xfrm flipV="1">
                  <a:off x="390063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화살표 연결선 22">
                  <a:extLst>
                    <a:ext uri="{FF2B5EF4-FFF2-40B4-BE49-F238E27FC236}">
                      <a16:creationId xmlns:a16="http://schemas.microsoft.com/office/drawing/2014/main" id="{626E3A3D-83C2-37A4-0A08-2EB500E2DB60}"/>
                    </a:ext>
                  </a:extLst>
                </p:cNvPr>
                <p:cNvCxnSpPr/>
                <p:nvPr/>
              </p:nvCxnSpPr>
              <p:spPr>
                <a:xfrm flipV="1">
                  <a:off x="436724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화살표 연결선 23">
                  <a:extLst>
                    <a:ext uri="{FF2B5EF4-FFF2-40B4-BE49-F238E27FC236}">
                      <a16:creationId xmlns:a16="http://schemas.microsoft.com/office/drawing/2014/main" id="{92AB1A98-FD02-89CA-9A25-BA48ED788DA2}"/>
                    </a:ext>
                  </a:extLst>
                </p:cNvPr>
                <p:cNvCxnSpPr/>
                <p:nvPr/>
              </p:nvCxnSpPr>
              <p:spPr>
                <a:xfrm flipV="1">
                  <a:off x="460054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화살표 연결선 24">
                  <a:extLst>
                    <a:ext uri="{FF2B5EF4-FFF2-40B4-BE49-F238E27FC236}">
                      <a16:creationId xmlns:a16="http://schemas.microsoft.com/office/drawing/2014/main" id="{09B7E6B9-9671-9378-B8F9-20033AE3061C}"/>
                    </a:ext>
                  </a:extLst>
                </p:cNvPr>
                <p:cNvCxnSpPr/>
                <p:nvPr/>
              </p:nvCxnSpPr>
              <p:spPr>
                <a:xfrm flipV="1">
                  <a:off x="483385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화살표 연결선 25">
                  <a:extLst>
                    <a:ext uri="{FF2B5EF4-FFF2-40B4-BE49-F238E27FC236}">
                      <a16:creationId xmlns:a16="http://schemas.microsoft.com/office/drawing/2014/main" id="{7CB3D31F-D625-69C8-DAB7-02F30A4AF5BD}"/>
                    </a:ext>
                  </a:extLst>
                </p:cNvPr>
                <p:cNvCxnSpPr/>
                <p:nvPr/>
              </p:nvCxnSpPr>
              <p:spPr>
                <a:xfrm flipV="1">
                  <a:off x="506715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5AC2155B-53E7-2243-5DCD-FBD0E155DBC9}"/>
                    </a:ext>
                  </a:extLst>
                </p:cNvPr>
                <p:cNvCxnSpPr/>
                <p:nvPr/>
              </p:nvCxnSpPr>
              <p:spPr>
                <a:xfrm flipV="1">
                  <a:off x="413394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3001F5EB-2D01-C7D9-F7C0-F62EB68BA8D8}"/>
                    </a:ext>
                  </a:extLst>
                </p:cNvPr>
                <p:cNvCxnSpPr/>
                <p:nvPr/>
              </p:nvCxnSpPr>
              <p:spPr>
                <a:xfrm flipV="1">
                  <a:off x="5300457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화살표 연결선 28">
                  <a:extLst>
                    <a:ext uri="{FF2B5EF4-FFF2-40B4-BE49-F238E27FC236}">
                      <a16:creationId xmlns:a16="http://schemas.microsoft.com/office/drawing/2014/main" id="{FB07EC7F-A4BB-5E5D-7C3B-21C68D56B9BA}"/>
                    </a:ext>
                  </a:extLst>
                </p:cNvPr>
                <p:cNvCxnSpPr/>
                <p:nvPr/>
              </p:nvCxnSpPr>
              <p:spPr>
                <a:xfrm flipV="1">
                  <a:off x="5533760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화살표 연결선 29">
                  <a:extLst>
                    <a:ext uri="{FF2B5EF4-FFF2-40B4-BE49-F238E27FC236}">
                      <a16:creationId xmlns:a16="http://schemas.microsoft.com/office/drawing/2014/main" id="{BDD4B185-F63E-E554-A572-B048080EC27B}"/>
                    </a:ext>
                  </a:extLst>
                </p:cNvPr>
                <p:cNvCxnSpPr/>
                <p:nvPr/>
              </p:nvCxnSpPr>
              <p:spPr>
                <a:xfrm flipV="1">
                  <a:off x="5767063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화살표 연결선 30">
                  <a:extLst>
                    <a:ext uri="{FF2B5EF4-FFF2-40B4-BE49-F238E27FC236}">
                      <a16:creationId xmlns:a16="http://schemas.microsoft.com/office/drawing/2014/main" id="{E05F2356-83CA-99E3-59BB-064A1B65366F}"/>
                    </a:ext>
                  </a:extLst>
                </p:cNvPr>
                <p:cNvCxnSpPr/>
                <p:nvPr/>
              </p:nvCxnSpPr>
              <p:spPr>
                <a:xfrm flipV="1">
                  <a:off x="6000366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AF000119-AA98-086E-90A5-C8BEFA6A28E2}"/>
                    </a:ext>
                  </a:extLst>
                </p:cNvPr>
                <p:cNvCxnSpPr/>
                <p:nvPr/>
              </p:nvCxnSpPr>
              <p:spPr>
                <a:xfrm flipV="1">
                  <a:off x="6233669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>
                  <a:extLst>
                    <a:ext uri="{FF2B5EF4-FFF2-40B4-BE49-F238E27FC236}">
                      <a16:creationId xmlns:a16="http://schemas.microsoft.com/office/drawing/2014/main" id="{02A1382A-4471-8B9F-2DE8-7251FC8B2226}"/>
                    </a:ext>
                  </a:extLst>
                </p:cNvPr>
                <p:cNvCxnSpPr/>
                <p:nvPr/>
              </p:nvCxnSpPr>
              <p:spPr>
                <a:xfrm flipV="1">
                  <a:off x="6466972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화살표 연결선 33">
                  <a:extLst>
                    <a:ext uri="{FF2B5EF4-FFF2-40B4-BE49-F238E27FC236}">
                      <a16:creationId xmlns:a16="http://schemas.microsoft.com/office/drawing/2014/main" id="{E69B61DF-B249-1F6A-4F1D-20A2807D59F8}"/>
                    </a:ext>
                  </a:extLst>
                </p:cNvPr>
                <p:cNvCxnSpPr/>
                <p:nvPr/>
              </p:nvCxnSpPr>
              <p:spPr>
                <a:xfrm flipV="1">
                  <a:off x="6700275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7652B7AB-04D1-0DBF-8EE5-AEAB40574EC8}"/>
                    </a:ext>
                  </a:extLst>
                </p:cNvPr>
                <p:cNvCxnSpPr/>
                <p:nvPr/>
              </p:nvCxnSpPr>
              <p:spPr>
                <a:xfrm flipV="1">
                  <a:off x="6933578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33014CFB-D3B5-DB1F-8D52-0432A118B2EC}"/>
                    </a:ext>
                  </a:extLst>
                </p:cNvPr>
                <p:cNvCxnSpPr/>
                <p:nvPr/>
              </p:nvCxnSpPr>
              <p:spPr>
                <a:xfrm flipV="1">
                  <a:off x="7166881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287632A3-DC25-DC55-B4DF-90E0E914FE38}"/>
                    </a:ext>
                  </a:extLst>
                </p:cNvPr>
                <p:cNvCxnSpPr/>
                <p:nvPr/>
              </p:nvCxnSpPr>
              <p:spPr>
                <a:xfrm flipV="1">
                  <a:off x="7400184" y="3225193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화살표 연결선 37">
                  <a:extLst>
                    <a:ext uri="{FF2B5EF4-FFF2-40B4-BE49-F238E27FC236}">
                      <a16:creationId xmlns:a16="http://schemas.microsoft.com/office/drawing/2014/main" id="{F88A66C6-73BD-7DAC-3C5C-5E50C0011EAF}"/>
                    </a:ext>
                  </a:extLst>
                </p:cNvPr>
                <p:cNvCxnSpPr/>
                <p:nvPr/>
              </p:nvCxnSpPr>
              <p:spPr>
                <a:xfrm flipV="1">
                  <a:off x="7633478" y="3108594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40C2B70-41D8-E9B0-D8DC-2A9832F35C7B}"/>
                    </a:ext>
                  </a:extLst>
                </p:cNvPr>
                <p:cNvSpPr txBox="1"/>
                <p:nvPr/>
              </p:nvSpPr>
              <p:spPr>
                <a:xfrm>
                  <a:off x="8254569" y="4056116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40" name="직선 화살표 연결선 39">
                  <a:extLst>
                    <a:ext uri="{FF2B5EF4-FFF2-40B4-BE49-F238E27FC236}">
                      <a16:creationId xmlns:a16="http://schemas.microsoft.com/office/drawing/2014/main" id="{E97B450C-84FD-776C-2E34-A07CF56079F4}"/>
                    </a:ext>
                  </a:extLst>
                </p:cNvPr>
                <p:cNvCxnSpPr/>
                <p:nvPr/>
              </p:nvCxnSpPr>
              <p:spPr>
                <a:xfrm>
                  <a:off x="2966610" y="4244723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화살표 연결선 40">
                  <a:extLst>
                    <a:ext uri="{FF2B5EF4-FFF2-40B4-BE49-F238E27FC236}">
                      <a16:creationId xmlns:a16="http://schemas.microsoft.com/office/drawing/2014/main" id="{8F28FA1A-79D7-F9BB-BF0D-91CD9454394C}"/>
                    </a:ext>
                  </a:extLst>
                </p:cNvPr>
                <p:cNvCxnSpPr/>
                <p:nvPr/>
              </p:nvCxnSpPr>
              <p:spPr>
                <a:xfrm flipV="1">
                  <a:off x="2967427" y="4047750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>
                  <a:extLst>
                    <a:ext uri="{FF2B5EF4-FFF2-40B4-BE49-F238E27FC236}">
                      <a16:creationId xmlns:a16="http://schemas.microsoft.com/office/drawing/2014/main" id="{51A3D7B9-5E28-AA3C-5196-8540F718EE85}"/>
                    </a:ext>
                  </a:extLst>
                </p:cNvPr>
                <p:cNvCxnSpPr/>
                <p:nvPr/>
              </p:nvCxnSpPr>
              <p:spPr>
                <a:xfrm flipV="1">
                  <a:off x="320073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>
                  <a:extLst>
                    <a:ext uri="{FF2B5EF4-FFF2-40B4-BE49-F238E27FC236}">
                      <a16:creationId xmlns:a16="http://schemas.microsoft.com/office/drawing/2014/main" id="{AFF469FB-C80E-5ADF-F94D-C4456680B838}"/>
                    </a:ext>
                  </a:extLst>
                </p:cNvPr>
                <p:cNvCxnSpPr/>
                <p:nvPr/>
              </p:nvCxnSpPr>
              <p:spPr>
                <a:xfrm flipV="1">
                  <a:off x="343403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>
                  <a:extLst>
                    <a:ext uri="{FF2B5EF4-FFF2-40B4-BE49-F238E27FC236}">
                      <a16:creationId xmlns:a16="http://schemas.microsoft.com/office/drawing/2014/main" id="{E98F4869-9B8F-AD24-24D6-B53F5CECCFC9}"/>
                    </a:ext>
                  </a:extLst>
                </p:cNvPr>
                <p:cNvCxnSpPr/>
                <p:nvPr/>
              </p:nvCxnSpPr>
              <p:spPr>
                <a:xfrm flipV="1">
                  <a:off x="366733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6A36AED8-2BE6-4C0D-3568-EA9FE72766CC}"/>
                    </a:ext>
                  </a:extLst>
                </p:cNvPr>
                <p:cNvCxnSpPr/>
                <p:nvPr/>
              </p:nvCxnSpPr>
              <p:spPr>
                <a:xfrm flipV="1">
                  <a:off x="390063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화살표 연결선 45">
                  <a:extLst>
                    <a:ext uri="{FF2B5EF4-FFF2-40B4-BE49-F238E27FC236}">
                      <a16:creationId xmlns:a16="http://schemas.microsoft.com/office/drawing/2014/main" id="{CA76757E-ADC5-90A5-5AF8-70807455CF5A}"/>
                    </a:ext>
                  </a:extLst>
                </p:cNvPr>
                <p:cNvCxnSpPr/>
                <p:nvPr/>
              </p:nvCxnSpPr>
              <p:spPr>
                <a:xfrm flipV="1">
                  <a:off x="436724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화살표 연결선 46">
                  <a:extLst>
                    <a:ext uri="{FF2B5EF4-FFF2-40B4-BE49-F238E27FC236}">
                      <a16:creationId xmlns:a16="http://schemas.microsoft.com/office/drawing/2014/main" id="{7EBC44C9-7D75-9175-B523-BB6A5B02E628}"/>
                    </a:ext>
                  </a:extLst>
                </p:cNvPr>
                <p:cNvCxnSpPr/>
                <p:nvPr/>
              </p:nvCxnSpPr>
              <p:spPr>
                <a:xfrm flipV="1">
                  <a:off x="460054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화살표 연결선 47">
                  <a:extLst>
                    <a:ext uri="{FF2B5EF4-FFF2-40B4-BE49-F238E27FC236}">
                      <a16:creationId xmlns:a16="http://schemas.microsoft.com/office/drawing/2014/main" id="{CDB3C3E6-4077-63F6-4F99-FC1B980713B4}"/>
                    </a:ext>
                  </a:extLst>
                </p:cNvPr>
                <p:cNvCxnSpPr/>
                <p:nvPr/>
              </p:nvCxnSpPr>
              <p:spPr>
                <a:xfrm flipV="1">
                  <a:off x="483385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D8C3D526-B5A1-2529-7A15-FD2D6B06A014}"/>
                    </a:ext>
                  </a:extLst>
                </p:cNvPr>
                <p:cNvCxnSpPr/>
                <p:nvPr/>
              </p:nvCxnSpPr>
              <p:spPr>
                <a:xfrm flipV="1">
                  <a:off x="506715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CEA9AD3B-5D02-8F13-9142-802A4E4F38B0}"/>
                    </a:ext>
                  </a:extLst>
                </p:cNvPr>
                <p:cNvCxnSpPr/>
                <p:nvPr/>
              </p:nvCxnSpPr>
              <p:spPr>
                <a:xfrm flipV="1">
                  <a:off x="413394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화살표 연결선 50">
                  <a:extLst>
                    <a:ext uri="{FF2B5EF4-FFF2-40B4-BE49-F238E27FC236}">
                      <a16:creationId xmlns:a16="http://schemas.microsoft.com/office/drawing/2014/main" id="{B8A2FE58-90D1-8694-D866-B7308B865CE6}"/>
                    </a:ext>
                  </a:extLst>
                </p:cNvPr>
                <p:cNvCxnSpPr/>
                <p:nvPr/>
              </p:nvCxnSpPr>
              <p:spPr>
                <a:xfrm flipV="1">
                  <a:off x="5300457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id="{8F128297-B36D-E9AD-24EA-AC11F22FB686}"/>
                    </a:ext>
                  </a:extLst>
                </p:cNvPr>
                <p:cNvCxnSpPr/>
                <p:nvPr/>
              </p:nvCxnSpPr>
              <p:spPr>
                <a:xfrm flipV="1">
                  <a:off x="5533760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화살표 연결선 52">
                  <a:extLst>
                    <a:ext uri="{FF2B5EF4-FFF2-40B4-BE49-F238E27FC236}">
                      <a16:creationId xmlns:a16="http://schemas.microsoft.com/office/drawing/2014/main" id="{4CCAB6A7-EBC3-4617-3E6E-85FB393F0BC1}"/>
                    </a:ext>
                  </a:extLst>
                </p:cNvPr>
                <p:cNvCxnSpPr/>
                <p:nvPr/>
              </p:nvCxnSpPr>
              <p:spPr>
                <a:xfrm flipV="1">
                  <a:off x="5767063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7550D38D-1B90-2D17-1B93-3F483590BBEA}"/>
                    </a:ext>
                  </a:extLst>
                </p:cNvPr>
                <p:cNvCxnSpPr/>
                <p:nvPr/>
              </p:nvCxnSpPr>
              <p:spPr>
                <a:xfrm flipV="1">
                  <a:off x="6000366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D22CC2F2-49CA-2732-2902-008A1B26A3E6}"/>
                    </a:ext>
                  </a:extLst>
                </p:cNvPr>
                <p:cNvCxnSpPr/>
                <p:nvPr/>
              </p:nvCxnSpPr>
              <p:spPr>
                <a:xfrm flipV="1">
                  <a:off x="6233669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77C10219-F302-6202-5B29-D6A95FF1546C}"/>
                    </a:ext>
                  </a:extLst>
                </p:cNvPr>
                <p:cNvCxnSpPr/>
                <p:nvPr/>
              </p:nvCxnSpPr>
              <p:spPr>
                <a:xfrm flipV="1">
                  <a:off x="6466972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화살표 연결선 56">
                  <a:extLst>
                    <a:ext uri="{FF2B5EF4-FFF2-40B4-BE49-F238E27FC236}">
                      <a16:creationId xmlns:a16="http://schemas.microsoft.com/office/drawing/2014/main" id="{6491A265-4F13-6474-632A-A75C37B0D992}"/>
                    </a:ext>
                  </a:extLst>
                </p:cNvPr>
                <p:cNvCxnSpPr/>
                <p:nvPr/>
              </p:nvCxnSpPr>
              <p:spPr>
                <a:xfrm flipV="1">
                  <a:off x="6700275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화살표 연결선 57">
                  <a:extLst>
                    <a:ext uri="{FF2B5EF4-FFF2-40B4-BE49-F238E27FC236}">
                      <a16:creationId xmlns:a16="http://schemas.microsoft.com/office/drawing/2014/main" id="{8BB54306-0016-E0DA-B033-25273BDBAA38}"/>
                    </a:ext>
                  </a:extLst>
                </p:cNvPr>
                <p:cNvCxnSpPr/>
                <p:nvPr/>
              </p:nvCxnSpPr>
              <p:spPr>
                <a:xfrm flipV="1">
                  <a:off x="6933578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화살표 연결선 58">
                  <a:extLst>
                    <a:ext uri="{FF2B5EF4-FFF2-40B4-BE49-F238E27FC236}">
                      <a16:creationId xmlns:a16="http://schemas.microsoft.com/office/drawing/2014/main" id="{B4BED1A2-AB0A-11D3-41A4-685108D28324}"/>
                    </a:ext>
                  </a:extLst>
                </p:cNvPr>
                <p:cNvCxnSpPr/>
                <p:nvPr/>
              </p:nvCxnSpPr>
              <p:spPr>
                <a:xfrm flipV="1">
                  <a:off x="7166881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화살표 연결선 59">
                  <a:extLst>
                    <a:ext uri="{FF2B5EF4-FFF2-40B4-BE49-F238E27FC236}">
                      <a16:creationId xmlns:a16="http://schemas.microsoft.com/office/drawing/2014/main" id="{EF812A8D-F4EB-1707-05DF-5FDE71643682}"/>
                    </a:ext>
                  </a:extLst>
                </p:cNvPr>
                <p:cNvCxnSpPr/>
                <p:nvPr/>
              </p:nvCxnSpPr>
              <p:spPr>
                <a:xfrm flipV="1">
                  <a:off x="7400184" y="4172716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화살표 연결선 60">
                  <a:extLst>
                    <a:ext uri="{FF2B5EF4-FFF2-40B4-BE49-F238E27FC236}">
                      <a16:creationId xmlns:a16="http://schemas.microsoft.com/office/drawing/2014/main" id="{12AE4CDD-8619-2EFD-54A0-3874038E4C4A}"/>
                    </a:ext>
                  </a:extLst>
                </p:cNvPr>
                <p:cNvCxnSpPr/>
                <p:nvPr/>
              </p:nvCxnSpPr>
              <p:spPr>
                <a:xfrm flipV="1">
                  <a:off x="7633478" y="4056117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4456279-4EA2-625B-45C6-5C54F680798B}"/>
                    </a:ext>
                  </a:extLst>
                </p:cNvPr>
                <p:cNvSpPr txBox="1"/>
                <p:nvPr/>
              </p:nvSpPr>
              <p:spPr>
                <a:xfrm>
                  <a:off x="8254569" y="4988011"/>
                  <a:ext cx="689035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Time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3" name="직선 화살표 연결선 62">
                  <a:extLst>
                    <a:ext uri="{FF2B5EF4-FFF2-40B4-BE49-F238E27FC236}">
                      <a16:creationId xmlns:a16="http://schemas.microsoft.com/office/drawing/2014/main" id="{6244FB36-1D5A-3EBD-9F5F-6FABA9EE1B63}"/>
                    </a:ext>
                  </a:extLst>
                </p:cNvPr>
                <p:cNvCxnSpPr/>
                <p:nvPr/>
              </p:nvCxnSpPr>
              <p:spPr>
                <a:xfrm>
                  <a:off x="2966610" y="5176618"/>
                  <a:ext cx="5334530" cy="0"/>
                </a:xfrm>
                <a:prstGeom prst="straightConnector1">
                  <a:avLst/>
                </a:prstGeom>
                <a:ln w="12700"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8" name="직선 화살표 연결선 967">
                  <a:extLst>
                    <a:ext uri="{FF2B5EF4-FFF2-40B4-BE49-F238E27FC236}">
                      <a16:creationId xmlns:a16="http://schemas.microsoft.com/office/drawing/2014/main" id="{0FFF6B0B-54FF-A8F5-56C3-FD68CE38B42D}"/>
                    </a:ext>
                  </a:extLst>
                </p:cNvPr>
                <p:cNvCxnSpPr/>
                <p:nvPr/>
              </p:nvCxnSpPr>
              <p:spPr>
                <a:xfrm flipV="1">
                  <a:off x="2967427" y="4979645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9" name="직선 화살표 연결선 968">
                  <a:extLst>
                    <a:ext uri="{FF2B5EF4-FFF2-40B4-BE49-F238E27FC236}">
                      <a16:creationId xmlns:a16="http://schemas.microsoft.com/office/drawing/2014/main" id="{CE658BAC-D5C2-D52E-F9D2-31E98592DE99}"/>
                    </a:ext>
                  </a:extLst>
                </p:cNvPr>
                <p:cNvCxnSpPr/>
                <p:nvPr/>
              </p:nvCxnSpPr>
              <p:spPr>
                <a:xfrm flipV="1">
                  <a:off x="320073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0" name="직선 화살표 연결선 969">
                  <a:extLst>
                    <a:ext uri="{FF2B5EF4-FFF2-40B4-BE49-F238E27FC236}">
                      <a16:creationId xmlns:a16="http://schemas.microsoft.com/office/drawing/2014/main" id="{13A0F71D-D21C-AE1B-4B19-69BE3D201F9F}"/>
                    </a:ext>
                  </a:extLst>
                </p:cNvPr>
                <p:cNvCxnSpPr/>
                <p:nvPr/>
              </p:nvCxnSpPr>
              <p:spPr>
                <a:xfrm flipV="1">
                  <a:off x="343403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1" name="직선 화살표 연결선 970">
                  <a:extLst>
                    <a:ext uri="{FF2B5EF4-FFF2-40B4-BE49-F238E27FC236}">
                      <a16:creationId xmlns:a16="http://schemas.microsoft.com/office/drawing/2014/main" id="{95DDB00C-3343-C89A-D230-1F1DB747647C}"/>
                    </a:ext>
                  </a:extLst>
                </p:cNvPr>
                <p:cNvCxnSpPr/>
                <p:nvPr/>
              </p:nvCxnSpPr>
              <p:spPr>
                <a:xfrm flipV="1">
                  <a:off x="366733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2" name="직선 화살표 연결선 971">
                  <a:extLst>
                    <a:ext uri="{FF2B5EF4-FFF2-40B4-BE49-F238E27FC236}">
                      <a16:creationId xmlns:a16="http://schemas.microsoft.com/office/drawing/2014/main" id="{2320875A-9F4A-ACC4-108C-8FEBB4BD28FB}"/>
                    </a:ext>
                  </a:extLst>
                </p:cNvPr>
                <p:cNvCxnSpPr/>
                <p:nvPr/>
              </p:nvCxnSpPr>
              <p:spPr>
                <a:xfrm flipV="1">
                  <a:off x="390063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3" name="직선 화살표 연결선 972">
                  <a:extLst>
                    <a:ext uri="{FF2B5EF4-FFF2-40B4-BE49-F238E27FC236}">
                      <a16:creationId xmlns:a16="http://schemas.microsoft.com/office/drawing/2014/main" id="{AF3C83B8-9058-8713-F867-8365D27B181D}"/>
                    </a:ext>
                  </a:extLst>
                </p:cNvPr>
                <p:cNvCxnSpPr/>
                <p:nvPr/>
              </p:nvCxnSpPr>
              <p:spPr>
                <a:xfrm flipV="1">
                  <a:off x="436724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4" name="직선 화살표 연결선 973">
                  <a:extLst>
                    <a:ext uri="{FF2B5EF4-FFF2-40B4-BE49-F238E27FC236}">
                      <a16:creationId xmlns:a16="http://schemas.microsoft.com/office/drawing/2014/main" id="{ECB9FA80-EF4C-2B92-E1D0-828C408E6D11}"/>
                    </a:ext>
                  </a:extLst>
                </p:cNvPr>
                <p:cNvCxnSpPr/>
                <p:nvPr/>
              </p:nvCxnSpPr>
              <p:spPr>
                <a:xfrm flipV="1">
                  <a:off x="459918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5" name="직선 화살표 연결선 974">
                  <a:extLst>
                    <a:ext uri="{FF2B5EF4-FFF2-40B4-BE49-F238E27FC236}">
                      <a16:creationId xmlns:a16="http://schemas.microsoft.com/office/drawing/2014/main" id="{46C3419D-4647-4405-79A9-541F6368E8B8}"/>
                    </a:ext>
                  </a:extLst>
                </p:cNvPr>
                <p:cNvCxnSpPr/>
                <p:nvPr/>
              </p:nvCxnSpPr>
              <p:spPr>
                <a:xfrm flipV="1">
                  <a:off x="483385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6" name="직선 화살표 연결선 975">
                  <a:extLst>
                    <a:ext uri="{FF2B5EF4-FFF2-40B4-BE49-F238E27FC236}">
                      <a16:creationId xmlns:a16="http://schemas.microsoft.com/office/drawing/2014/main" id="{C8E3393F-98D0-6C7D-A511-D63C9F37952C}"/>
                    </a:ext>
                  </a:extLst>
                </p:cNvPr>
                <p:cNvCxnSpPr/>
                <p:nvPr/>
              </p:nvCxnSpPr>
              <p:spPr>
                <a:xfrm flipV="1">
                  <a:off x="506715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7" name="직선 화살표 연결선 976">
                  <a:extLst>
                    <a:ext uri="{FF2B5EF4-FFF2-40B4-BE49-F238E27FC236}">
                      <a16:creationId xmlns:a16="http://schemas.microsoft.com/office/drawing/2014/main" id="{5B9F94C1-0E12-F39D-C9C3-DBB94B8CC321}"/>
                    </a:ext>
                  </a:extLst>
                </p:cNvPr>
                <p:cNvCxnSpPr/>
                <p:nvPr/>
              </p:nvCxnSpPr>
              <p:spPr>
                <a:xfrm flipV="1">
                  <a:off x="4131089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8" name="직선 화살표 연결선 977">
                  <a:extLst>
                    <a:ext uri="{FF2B5EF4-FFF2-40B4-BE49-F238E27FC236}">
                      <a16:creationId xmlns:a16="http://schemas.microsoft.com/office/drawing/2014/main" id="{42A9D049-98B0-FA3A-310D-B66ADDC15ACD}"/>
                    </a:ext>
                  </a:extLst>
                </p:cNvPr>
                <p:cNvCxnSpPr/>
                <p:nvPr/>
              </p:nvCxnSpPr>
              <p:spPr>
                <a:xfrm flipV="1">
                  <a:off x="5302800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9" name="직선 화살표 연결선 978">
                  <a:extLst>
                    <a:ext uri="{FF2B5EF4-FFF2-40B4-BE49-F238E27FC236}">
                      <a16:creationId xmlns:a16="http://schemas.microsoft.com/office/drawing/2014/main" id="{0C3F38EE-2F40-9465-C6C9-845F6DBE95E3}"/>
                    </a:ext>
                  </a:extLst>
                </p:cNvPr>
                <p:cNvCxnSpPr/>
                <p:nvPr/>
              </p:nvCxnSpPr>
              <p:spPr>
                <a:xfrm flipV="1">
                  <a:off x="5533760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0" name="직선 화살표 연결선 979">
                  <a:extLst>
                    <a:ext uri="{FF2B5EF4-FFF2-40B4-BE49-F238E27FC236}">
                      <a16:creationId xmlns:a16="http://schemas.microsoft.com/office/drawing/2014/main" id="{111C16CD-0C92-5BCE-7B94-8C3125CD761D}"/>
                    </a:ext>
                  </a:extLst>
                </p:cNvPr>
                <p:cNvCxnSpPr/>
                <p:nvPr/>
              </p:nvCxnSpPr>
              <p:spPr>
                <a:xfrm flipV="1">
                  <a:off x="5767063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직선 화살표 연결선 980">
                  <a:extLst>
                    <a:ext uri="{FF2B5EF4-FFF2-40B4-BE49-F238E27FC236}">
                      <a16:creationId xmlns:a16="http://schemas.microsoft.com/office/drawing/2014/main" id="{CDF6733F-78EC-E3ED-0A71-92D285D11498}"/>
                    </a:ext>
                  </a:extLst>
                </p:cNvPr>
                <p:cNvCxnSpPr/>
                <p:nvPr/>
              </p:nvCxnSpPr>
              <p:spPr>
                <a:xfrm flipV="1">
                  <a:off x="6000366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직선 화살표 연결선 981">
                  <a:extLst>
                    <a:ext uri="{FF2B5EF4-FFF2-40B4-BE49-F238E27FC236}">
                      <a16:creationId xmlns:a16="http://schemas.microsoft.com/office/drawing/2014/main" id="{B21088BC-2784-C6D8-6361-026511E3A50A}"/>
                    </a:ext>
                  </a:extLst>
                </p:cNvPr>
                <p:cNvCxnSpPr/>
                <p:nvPr/>
              </p:nvCxnSpPr>
              <p:spPr>
                <a:xfrm flipV="1">
                  <a:off x="6233669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직선 화살표 연결선 982">
                  <a:extLst>
                    <a:ext uri="{FF2B5EF4-FFF2-40B4-BE49-F238E27FC236}">
                      <a16:creationId xmlns:a16="http://schemas.microsoft.com/office/drawing/2014/main" id="{8A11E566-6A46-D5AE-C616-6743B9226F91}"/>
                    </a:ext>
                  </a:extLst>
                </p:cNvPr>
                <p:cNvCxnSpPr/>
                <p:nvPr/>
              </p:nvCxnSpPr>
              <p:spPr>
                <a:xfrm flipV="1">
                  <a:off x="6466972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직선 화살표 연결선 983">
                  <a:extLst>
                    <a:ext uri="{FF2B5EF4-FFF2-40B4-BE49-F238E27FC236}">
                      <a16:creationId xmlns:a16="http://schemas.microsoft.com/office/drawing/2014/main" id="{E5B68F93-9C8B-B521-B464-0C0E45E91C22}"/>
                    </a:ext>
                  </a:extLst>
                </p:cNvPr>
                <p:cNvCxnSpPr/>
                <p:nvPr/>
              </p:nvCxnSpPr>
              <p:spPr>
                <a:xfrm flipV="1">
                  <a:off x="6700275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직선 화살표 연결선 984">
                  <a:extLst>
                    <a:ext uri="{FF2B5EF4-FFF2-40B4-BE49-F238E27FC236}">
                      <a16:creationId xmlns:a16="http://schemas.microsoft.com/office/drawing/2014/main" id="{80EA4B16-3A0D-F2D7-B34D-C9D335F05F4F}"/>
                    </a:ext>
                  </a:extLst>
                </p:cNvPr>
                <p:cNvCxnSpPr/>
                <p:nvPr/>
              </p:nvCxnSpPr>
              <p:spPr>
                <a:xfrm flipV="1">
                  <a:off x="6933578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6" name="직선 화살표 연결선 985">
                  <a:extLst>
                    <a:ext uri="{FF2B5EF4-FFF2-40B4-BE49-F238E27FC236}">
                      <a16:creationId xmlns:a16="http://schemas.microsoft.com/office/drawing/2014/main" id="{5651CA88-D9CE-50A3-D2DB-247797B6D512}"/>
                    </a:ext>
                  </a:extLst>
                </p:cNvPr>
                <p:cNvCxnSpPr/>
                <p:nvPr/>
              </p:nvCxnSpPr>
              <p:spPr>
                <a:xfrm flipV="1">
                  <a:off x="7166881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직선 화살표 연결선 986">
                  <a:extLst>
                    <a:ext uri="{FF2B5EF4-FFF2-40B4-BE49-F238E27FC236}">
                      <a16:creationId xmlns:a16="http://schemas.microsoft.com/office/drawing/2014/main" id="{2FA7FE08-B3F9-D8DD-C418-760907AB0964}"/>
                    </a:ext>
                  </a:extLst>
                </p:cNvPr>
                <p:cNvCxnSpPr/>
                <p:nvPr/>
              </p:nvCxnSpPr>
              <p:spPr>
                <a:xfrm flipV="1">
                  <a:off x="7400184" y="5104611"/>
                  <a:ext cx="0" cy="144015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직선 화살표 연결선 987">
                  <a:extLst>
                    <a:ext uri="{FF2B5EF4-FFF2-40B4-BE49-F238E27FC236}">
                      <a16:creationId xmlns:a16="http://schemas.microsoft.com/office/drawing/2014/main" id="{B298B20F-467F-2BBD-CCDF-DEE3F775F3C1}"/>
                    </a:ext>
                  </a:extLst>
                </p:cNvPr>
                <p:cNvCxnSpPr/>
                <p:nvPr/>
              </p:nvCxnSpPr>
              <p:spPr>
                <a:xfrm flipV="1">
                  <a:off x="7633478" y="4988012"/>
                  <a:ext cx="0" cy="393947"/>
                </a:xfrm>
                <a:prstGeom prst="straightConnector1">
                  <a:avLst/>
                </a:prstGeom>
                <a:ln w="12700"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89" name="TextBox 988">
                  <a:extLst>
                    <a:ext uri="{FF2B5EF4-FFF2-40B4-BE49-F238E27FC236}">
                      <a16:creationId xmlns:a16="http://schemas.microsoft.com/office/drawing/2014/main" id="{289FC9D2-E4BF-A0C6-885D-BCE0C05A6740}"/>
                    </a:ext>
                  </a:extLst>
                </p:cNvPr>
                <p:cNvSpPr txBox="1"/>
                <p:nvPr/>
              </p:nvSpPr>
              <p:spPr>
                <a:xfrm>
                  <a:off x="2492281" y="3124841"/>
                  <a:ext cx="436338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0" name="TextBox 989">
                  <a:extLst>
                    <a:ext uri="{FF2B5EF4-FFF2-40B4-BE49-F238E27FC236}">
                      <a16:creationId xmlns:a16="http://schemas.microsoft.com/office/drawing/2014/main" id="{898CDFE8-D4C6-AE80-D5A9-3D234059DFFA}"/>
                    </a:ext>
                  </a:extLst>
                </p:cNvPr>
                <p:cNvSpPr txBox="1"/>
                <p:nvPr/>
              </p:nvSpPr>
              <p:spPr>
                <a:xfrm>
                  <a:off x="2492280" y="4988011"/>
                  <a:ext cx="44916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 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1" name="TextBox 990">
                  <a:extLst>
                    <a:ext uri="{FF2B5EF4-FFF2-40B4-BE49-F238E27FC236}">
                      <a16:creationId xmlns:a16="http://schemas.microsoft.com/office/drawing/2014/main" id="{D68D1F76-4CF8-4FBE-0E38-2D8F4A5BF7EE}"/>
                    </a:ext>
                  </a:extLst>
                </p:cNvPr>
                <p:cNvSpPr txBox="1"/>
                <p:nvPr/>
              </p:nvSpPr>
              <p:spPr>
                <a:xfrm>
                  <a:off x="2466200" y="3967755"/>
                  <a:ext cx="450764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</a:t>
                  </a:r>
                  <a:r>
                    <a:rPr lang="en-US" altLang="ko-KR" baseline="-250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</a:t>
                  </a:r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2" name="직사각형 991">
                  <a:extLst>
                    <a:ext uri="{FF2B5EF4-FFF2-40B4-BE49-F238E27FC236}">
                      <a16:creationId xmlns:a16="http://schemas.microsoft.com/office/drawing/2014/main" id="{4851CDE5-6E92-475B-861A-749CFF12BD20}"/>
                    </a:ext>
                  </a:extLst>
                </p:cNvPr>
                <p:cNvSpPr/>
                <p:nvPr/>
              </p:nvSpPr>
              <p:spPr>
                <a:xfrm>
                  <a:off x="4132856" y="3019533"/>
                  <a:ext cx="234389" cy="279270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3" name="직사각형 992">
                  <a:extLst>
                    <a:ext uri="{FF2B5EF4-FFF2-40B4-BE49-F238E27FC236}">
                      <a16:creationId xmlns:a16="http://schemas.microsoft.com/office/drawing/2014/main" id="{76C0D240-0007-F0CE-8925-E5C2746645A8}"/>
                    </a:ext>
                  </a:extLst>
                </p:cNvPr>
                <p:cNvSpPr/>
                <p:nvPr/>
              </p:nvSpPr>
              <p:spPr>
                <a:xfrm>
                  <a:off x="2967076" y="4890557"/>
                  <a:ext cx="698088" cy="28409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4" name="직사각형 993">
                  <a:extLst>
                    <a:ext uri="{FF2B5EF4-FFF2-40B4-BE49-F238E27FC236}">
                      <a16:creationId xmlns:a16="http://schemas.microsoft.com/office/drawing/2014/main" id="{8DDC56E2-83AA-D8DB-DB79-0B740B54F01C}"/>
                    </a:ext>
                  </a:extLst>
                </p:cNvPr>
                <p:cNvSpPr/>
                <p:nvPr/>
              </p:nvSpPr>
              <p:spPr>
                <a:xfrm>
                  <a:off x="3669508" y="4890557"/>
                  <a:ext cx="463077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95" name="직선 화살표 연결선 994">
                  <a:extLst>
                    <a:ext uri="{FF2B5EF4-FFF2-40B4-BE49-F238E27FC236}">
                      <a16:creationId xmlns:a16="http://schemas.microsoft.com/office/drawing/2014/main" id="{10DA79B1-2CF2-E7FE-E0BE-250C91522F57}"/>
                    </a:ext>
                  </a:extLst>
                </p:cNvPr>
                <p:cNvCxnSpPr/>
                <p:nvPr/>
              </p:nvCxnSpPr>
              <p:spPr>
                <a:xfrm>
                  <a:off x="3665164" y="4723098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6" name="TextBox 995">
                  <a:extLst>
                    <a:ext uri="{FF2B5EF4-FFF2-40B4-BE49-F238E27FC236}">
                      <a16:creationId xmlns:a16="http://schemas.microsoft.com/office/drawing/2014/main" id="{6A363944-9D1A-5081-B561-652FE79FE663}"/>
                    </a:ext>
                  </a:extLst>
                </p:cNvPr>
                <p:cNvSpPr txBox="1"/>
                <p:nvPr/>
              </p:nvSpPr>
              <p:spPr>
                <a:xfrm>
                  <a:off x="3396192" y="4499050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997" name="직선 화살표 연결선 996">
                  <a:extLst>
                    <a:ext uri="{FF2B5EF4-FFF2-40B4-BE49-F238E27FC236}">
                      <a16:creationId xmlns:a16="http://schemas.microsoft.com/office/drawing/2014/main" id="{C0DA2E07-0BB7-7069-9A37-8E82E240D431}"/>
                    </a:ext>
                  </a:extLst>
                </p:cNvPr>
                <p:cNvCxnSpPr/>
                <p:nvPr/>
              </p:nvCxnSpPr>
              <p:spPr>
                <a:xfrm>
                  <a:off x="4366407" y="2838926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8" name="TextBox 997">
                  <a:extLst>
                    <a:ext uri="{FF2B5EF4-FFF2-40B4-BE49-F238E27FC236}">
                      <a16:creationId xmlns:a16="http://schemas.microsoft.com/office/drawing/2014/main" id="{79D4E059-0BF4-CAE0-2C12-6599A754412A}"/>
                    </a:ext>
                  </a:extLst>
                </p:cNvPr>
                <p:cNvSpPr txBox="1"/>
                <p:nvPr/>
              </p:nvSpPr>
              <p:spPr>
                <a:xfrm>
                  <a:off x="4097435" y="2614878"/>
                  <a:ext cx="729687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99" name="직사각형 998">
                  <a:extLst>
                    <a:ext uri="{FF2B5EF4-FFF2-40B4-BE49-F238E27FC236}">
                      <a16:creationId xmlns:a16="http://schemas.microsoft.com/office/drawing/2014/main" id="{4CBAC582-15F6-6F9B-A462-D70444C27678}"/>
                    </a:ext>
                  </a:extLst>
                </p:cNvPr>
                <p:cNvSpPr/>
                <p:nvPr/>
              </p:nvSpPr>
              <p:spPr>
                <a:xfrm>
                  <a:off x="5301944" y="4887794"/>
                  <a:ext cx="1398332" cy="28882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0" name="직사각형 999">
                  <a:extLst>
                    <a:ext uri="{FF2B5EF4-FFF2-40B4-BE49-F238E27FC236}">
                      <a16:creationId xmlns:a16="http://schemas.microsoft.com/office/drawing/2014/main" id="{29FF4454-06E0-F904-7891-4BF5EFFB7D60}"/>
                    </a:ext>
                  </a:extLst>
                </p:cNvPr>
                <p:cNvSpPr/>
                <p:nvPr/>
              </p:nvSpPr>
              <p:spPr>
                <a:xfrm>
                  <a:off x="6700950" y="3016738"/>
                  <a:ext cx="701130" cy="284058"/>
                </a:xfrm>
                <a:prstGeom prst="rect">
                  <a:avLst/>
                </a:prstGeom>
                <a:pattFill prst="dkUpDiag">
                  <a:fgClr>
                    <a:schemeClr val="accent1"/>
                  </a:fgClr>
                  <a:bgClr>
                    <a:schemeClr val="bg1"/>
                  </a:bgClr>
                </a:pattFill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1" name="직사각형 1000">
                  <a:extLst>
                    <a:ext uri="{FF2B5EF4-FFF2-40B4-BE49-F238E27FC236}">
                      <a16:creationId xmlns:a16="http://schemas.microsoft.com/office/drawing/2014/main" id="{63248C7B-E660-6BAD-D409-9469AF4699DB}"/>
                    </a:ext>
                  </a:extLst>
                </p:cNvPr>
                <p:cNvSpPr/>
                <p:nvPr/>
              </p:nvSpPr>
              <p:spPr>
                <a:xfrm>
                  <a:off x="7404604" y="3016737"/>
                  <a:ext cx="228873" cy="284091"/>
                </a:xfrm>
                <a:prstGeom prst="rect">
                  <a:avLst/>
                </a:prstGeom>
                <a:ln w="12700"/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2" name="직선 화살표 연결선 1001">
                  <a:extLst>
                    <a:ext uri="{FF2B5EF4-FFF2-40B4-BE49-F238E27FC236}">
                      <a16:creationId xmlns:a16="http://schemas.microsoft.com/office/drawing/2014/main" id="{D564353B-7ED6-BD0B-27B1-293939F0B2E0}"/>
                    </a:ext>
                  </a:extLst>
                </p:cNvPr>
                <p:cNvCxnSpPr/>
                <p:nvPr/>
              </p:nvCxnSpPr>
              <p:spPr>
                <a:xfrm>
                  <a:off x="7395927" y="2837324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2D8E1C2F-DB3F-0050-1717-B8D2941454E6}"/>
                    </a:ext>
                  </a:extLst>
                </p:cNvPr>
                <p:cNvSpPr txBox="1"/>
                <p:nvPr/>
              </p:nvSpPr>
              <p:spPr>
                <a:xfrm>
                  <a:off x="7000028" y="2613276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4" name="직선 화살표 연결선 1003">
                  <a:extLst>
                    <a:ext uri="{FF2B5EF4-FFF2-40B4-BE49-F238E27FC236}">
                      <a16:creationId xmlns:a16="http://schemas.microsoft.com/office/drawing/2014/main" id="{0CA89381-88CB-7C63-0EA0-38ABC796C4FD}"/>
                    </a:ext>
                  </a:extLst>
                </p:cNvPr>
                <p:cNvCxnSpPr/>
                <p:nvPr/>
              </p:nvCxnSpPr>
              <p:spPr>
                <a:xfrm>
                  <a:off x="6702644" y="4716741"/>
                  <a:ext cx="0" cy="1674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C4519D29-114C-58CF-3DC5-B5D85D59B852}"/>
                    </a:ext>
                  </a:extLst>
                </p:cNvPr>
                <p:cNvSpPr txBox="1"/>
                <p:nvPr/>
              </p:nvSpPr>
              <p:spPr>
                <a:xfrm>
                  <a:off x="6306745" y="4492693"/>
                  <a:ext cx="87556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Unlock(M)</a:t>
                  </a:r>
                  <a:endParaRPr lang="ko-KR" altLang="en-US" sz="1200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6" name="직사각형 1005">
                  <a:extLst>
                    <a:ext uri="{FF2B5EF4-FFF2-40B4-BE49-F238E27FC236}">
                      <a16:creationId xmlns:a16="http://schemas.microsoft.com/office/drawing/2014/main" id="{5D1C41FE-4C93-E2C5-C7E2-66F921703FA1}"/>
                    </a:ext>
                  </a:extLst>
                </p:cNvPr>
                <p:cNvSpPr/>
                <p:nvPr/>
              </p:nvSpPr>
              <p:spPr>
                <a:xfrm>
                  <a:off x="4600433" y="3956469"/>
                  <a:ext cx="700015" cy="28825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7" name="직사각형 1006">
                  <a:extLst>
                    <a:ext uri="{FF2B5EF4-FFF2-40B4-BE49-F238E27FC236}">
                      <a16:creationId xmlns:a16="http://schemas.microsoft.com/office/drawing/2014/main" id="{818D0508-BEFE-DCAB-987D-9705F1436BE0}"/>
                    </a:ext>
                  </a:extLst>
                </p:cNvPr>
                <p:cNvSpPr/>
                <p:nvPr/>
              </p:nvSpPr>
              <p:spPr>
                <a:xfrm>
                  <a:off x="4367237" y="4890557"/>
                  <a:ext cx="231943" cy="284091"/>
                </a:xfrm>
                <a:prstGeom prst="rect">
                  <a:avLst/>
                </a:prstGeom>
                <a:pattFill prst="wdUpDiag">
                  <a:fgClr>
                    <a:schemeClr val="accent3"/>
                  </a:fgClr>
                  <a:bgClr>
                    <a:schemeClr val="bg1"/>
                  </a:bgClr>
                </a:pattFill>
                <a:ln w="1270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1008" name="직선 화살표 연결선 1007">
                  <a:extLst>
                    <a:ext uri="{FF2B5EF4-FFF2-40B4-BE49-F238E27FC236}">
                      <a16:creationId xmlns:a16="http://schemas.microsoft.com/office/drawing/2014/main" id="{C5D537D5-AD7B-A636-3121-71A10AACC2CF}"/>
                    </a:ext>
                  </a:extLst>
                </p:cNvPr>
                <p:cNvCxnSpPr/>
                <p:nvPr/>
              </p:nvCxnSpPr>
              <p:spPr>
                <a:xfrm flipV="1">
                  <a:off x="2966610" y="4645153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9" name="직선 화살표 연결선 1008">
                  <a:extLst>
                    <a:ext uri="{FF2B5EF4-FFF2-40B4-BE49-F238E27FC236}">
                      <a16:creationId xmlns:a16="http://schemas.microsoft.com/office/drawing/2014/main" id="{EF125C6B-7234-A361-BC29-DBE6F3C0C00E}"/>
                    </a:ext>
                  </a:extLst>
                </p:cNvPr>
                <p:cNvCxnSpPr/>
                <p:nvPr/>
              </p:nvCxnSpPr>
              <p:spPr>
                <a:xfrm flipV="1">
                  <a:off x="4130331" y="2754666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0" name="직선 화살표 연결선 1009">
                  <a:extLst>
                    <a:ext uri="{FF2B5EF4-FFF2-40B4-BE49-F238E27FC236}">
                      <a16:creationId xmlns:a16="http://schemas.microsoft.com/office/drawing/2014/main" id="{774B1AD7-E314-3B49-AD58-BB6D8075BADF}"/>
                    </a:ext>
                  </a:extLst>
                </p:cNvPr>
                <p:cNvCxnSpPr/>
                <p:nvPr/>
              </p:nvCxnSpPr>
              <p:spPr>
                <a:xfrm flipV="1">
                  <a:off x="4600490" y="3707565"/>
                  <a:ext cx="0" cy="548957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C3E564CE-91CB-8772-86C0-E69FD0B58589}"/>
                  </a:ext>
                </a:extLst>
              </p:cNvPr>
              <p:cNvCxnSpPr/>
              <p:nvPr/>
            </p:nvCxnSpPr>
            <p:spPr>
              <a:xfrm flipV="1">
                <a:off x="5967633" y="4935126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9ADE3D34-8F85-8010-E92D-CD7FF3082E72}"/>
                  </a:ext>
                </a:extLst>
              </p:cNvPr>
              <p:cNvCxnSpPr/>
              <p:nvPr/>
            </p:nvCxnSpPr>
            <p:spPr>
              <a:xfrm flipV="1">
                <a:off x="5968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1525D4FD-0295-BFD7-0321-019D9CF77EA2}"/>
                  </a:ext>
                </a:extLst>
              </p:cNvPr>
              <p:cNvCxnSpPr/>
              <p:nvPr/>
            </p:nvCxnSpPr>
            <p:spPr>
              <a:xfrm flipV="1">
                <a:off x="5734800" y="40068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00ADF70D-9774-BFF9-D612-2C6DAA627601}"/>
                  </a:ext>
                </a:extLst>
              </p:cNvPr>
              <p:cNvCxnSpPr/>
              <p:nvPr/>
            </p:nvCxnSpPr>
            <p:spPr>
              <a:xfrm flipV="1">
                <a:off x="5734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4A895CCD-27BC-5D58-93B7-C03CC293AB56}"/>
                  </a:ext>
                </a:extLst>
              </p:cNvPr>
              <p:cNvCxnSpPr/>
              <p:nvPr/>
            </p:nvCxnSpPr>
            <p:spPr>
              <a:xfrm flipV="1">
                <a:off x="5968800" y="3056400"/>
                <a:ext cx="0" cy="144015"/>
              </a:xfrm>
              <a:prstGeom prst="straightConnector1">
                <a:avLst/>
              </a:prstGeom>
              <a:ln w="12700"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90BE636-FC88-759D-14F9-D1B155A12F59}"/>
                </a:ext>
              </a:extLst>
            </p:cNvPr>
            <p:cNvSpPr/>
            <p:nvPr/>
          </p:nvSpPr>
          <p:spPr>
            <a:xfrm>
              <a:off x="5502110" y="4723043"/>
              <a:ext cx="234000" cy="284091"/>
            </a:xfrm>
            <a:prstGeom prst="rect">
              <a:avLst/>
            </a:prstGeom>
            <a:ln w="1270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011" name="직선 화살표 연결선 1010">
            <a:extLst>
              <a:ext uri="{FF2B5EF4-FFF2-40B4-BE49-F238E27FC236}">
                <a16:creationId xmlns:a16="http://schemas.microsoft.com/office/drawing/2014/main" id="{71435D38-B37F-C439-8E7E-50E49776E5B3}"/>
              </a:ext>
            </a:extLst>
          </p:cNvPr>
          <p:cNvCxnSpPr>
            <a:cxnSpLocks/>
          </p:cNvCxnSpPr>
          <p:nvPr/>
        </p:nvCxnSpPr>
        <p:spPr>
          <a:xfrm flipV="1">
            <a:off x="2233227" y="2997665"/>
            <a:ext cx="2333705" cy="40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2" name="TextBox 1011">
            <a:extLst>
              <a:ext uri="{FF2B5EF4-FFF2-40B4-BE49-F238E27FC236}">
                <a16:creationId xmlns:a16="http://schemas.microsoft.com/office/drawing/2014/main" id="{F1626761-0D32-01F5-43B3-231C15DA94CD}"/>
              </a:ext>
            </a:extLst>
          </p:cNvPr>
          <p:cNvSpPr txBox="1"/>
          <p:nvPr/>
        </p:nvSpPr>
        <p:spPr>
          <a:xfrm>
            <a:off x="2598350" y="2730488"/>
            <a:ext cx="1596912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Unbounded Blocking</a:t>
            </a:r>
            <a:endParaRPr lang="ko-KR" altLang="en-US" sz="12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AE780684-950D-B8B5-3972-445AD5EF36BF}"/>
              </a:ext>
            </a:extLst>
          </p:cNvPr>
          <p:cNvSpPr txBox="1"/>
          <p:nvPr/>
        </p:nvSpPr>
        <p:spPr>
          <a:xfrm>
            <a:off x="10694499" y="4148269"/>
            <a:ext cx="12395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500" dirty="0">
                <a:solidFill>
                  <a:srgbClr val="FF0000"/>
                </a:solidFill>
              </a:rPr>
              <a:t>Unbounded Blocking</a:t>
            </a:r>
            <a:endParaRPr kumimoji="1" lang="ko-Kore-KR" altLang="en-US" sz="1500" dirty="0">
              <a:solidFill>
                <a:srgbClr val="FF0000"/>
              </a:solidFill>
            </a:endParaRPr>
          </a:p>
        </p:txBody>
      </p:sp>
      <p:sp>
        <p:nvSpPr>
          <p:cNvPr id="1014" name="오른쪽 중괄호[R] 5">
            <a:extLst>
              <a:ext uri="{FF2B5EF4-FFF2-40B4-BE49-F238E27FC236}">
                <a16:creationId xmlns:a16="http://schemas.microsoft.com/office/drawing/2014/main" id="{0FF606A8-D528-55CF-EC23-ECD5266A14AF}"/>
              </a:ext>
            </a:extLst>
          </p:cNvPr>
          <p:cNvSpPr/>
          <p:nvPr/>
        </p:nvSpPr>
        <p:spPr>
          <a:xfrm>
            <a:off x="10461265" y="3764032"/>
            <a:ext cx="272830" cy="1338294"/>
          </a:xfrm>
          <a:prstGeom prst="rightBrace">
            <a:avLst>
              <a:gd name="adj1" fmla="val 4279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17" name="타원 1016">
            <a:extLst>
              <a:ext uri="{FF2B5EF4-FFF2-40B4-BE49-F238E27FC236}">
                <a16:creationId xmlns:a16="http://schemas.microsoft.com/office/drawing/2014/main" id="{E8C56D56-C2ED-A20B-EDEA-661820ABFE95}"/>
              </a:ext>
            </a:extLst>
          </p:cNvPr>
          <p:cNvSpPr/>
          <p:nvPr/>
        </p:nvSpPr>
        <p:spPr>
          <a:xfrm>
            <a:off x="2809783" y="3463923"/>
            <a:ext cx="727735" cy="9856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8" name="타원 1017">
            <a:extLst>
              <a:ext uri="{FF2B5EF4-FFF2-40B4-BE49-F238E27FC236}">
                <a16:creationId xmlns:a16="http://schemas.microsoft.com/office/drawing/2014/main" id="{ECA45AA8-D6E9-803A-CD87-295A772CD3CA}"/>
              </a:ext>
            </a:extLst>
          </p:cNvPr>
          <p:cNvSpPr/>
          <p:nvPr/>
        </p:nvSpPr>
        <p:spPr>
          <a:xfrm>
            <a:off x="5131326" y="2521010"/>
            <a:ext cx="727735" cy="9856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066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8CF4460-5AAF-096A-2F08-370A1D0837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882"/>
          <a:stretch/>
        </p:blipFill>
        <p:spPr>
          <a:xfrm>
            <a:off x="7660607" y="2032090"/>
            <a:ext cx="4340927" cy="445792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atinLnBrk="0"/>
            <a:r>
              <a:rPr lang="en-US" altLang="ko-KR" dirty="0">
                <a:ea typeface="Tahoma" panose="020B0604030504040204" pitchFamily="34" charset="0"/>
              </a:rPr>
              <a:t>11</a:t>
            </a: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altLang="ko-KR" dirty="0">
                <a:ea typeface="Tahoma" panose="020B0604030504040204" pitchFamily="34" charset="0"/>
              </a:rPr>
              <a:t>Deadlock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C11A6-C286-DA18-EAD3-D2F4457D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Mutex</a:t>
            </a:r>
            <a:r>
              <a:rPr kumimoji="1" lang="ko-KR" altLang="en-US" dirty="0"/>
              <a:t>를 활용하여 </a:t>
            </a:r>
            <a:r>
              <a:rPr kumimoji="1" lang="en-US" altLang="ko-KR" dirty="0"/>
              <a:t>Deadlock</a:t>
            </a:r>
            <a:r>
              <a:rPr kumimoji="1" lang="ko-KR" altLang="en-US" dirty="0"/>
              <a:t> 재현 직접 진행해보기</a:t>
            </a:r>
            <a:endParaRPr kumimoji="1" lang="en-US" altLang="ko-KR" dirty="0"/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9D4C47EC-AEAF-3093-4C88-2B36E27E3623}"/>
              </a:ext>
            </a:extLst>
          </p:cNvPr>
          <p:cNvSpPr/>
          <p:nvPr/>
        </p:nvSpPr>
        <p:spPr>
          <a:xfrm>
            <a:off x="9102360" y="1051829"/>
            <a:ext cx="2916900" cy="1200329"/>
          </a:xfrm>
          <a:prstGeom prst="wedgeRoundRectCallout">
            <a:avLst>
              <a:gd name="adj1" fmla="val -63531"/>
              <a:gd name="adj2" fmla="val -328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asw.c</a:t>
            </a:r>
            <a:r>
              <a:rPr lang="en-US" altLang="ko-KR" sz="1600" dirty="0"/>
              <a:t> </a:t>
            </a:r>
            <a:r>
              <a:rPr lang="ko-KR" altLang="en-US" sz="1600" dirty="0"/>
              <a:t>파일만 수정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그림 기반으로 </a:t>
            </a:r>
            <a:r>
              <a:rPr lang="en-US" altLang="ko-KR" sz="1600" dirty="0">
                <a:sym typeface="Wingdings" panose="05000000000000000000" pitchFamily="2" charset="2"/>
              </a:rPr>
              <a:t>10</a:t>
            </a:r>
            <a:r>
              <a:rPr lang="ko-KR" altLang="en-US" sz="1600" dirty="0">
                <a:sym typeface="Wingdings" panose="05000000000000000000" pitchFamily="2" charset="2"/>
              </a:rPr>
              <a:t>번 실습 되짚어가며 진행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F028B00-CD7F-D430-A0C4-AE64F97C098D}"/>
              </a:ext>
            </a:extLst>
          </p:cNvPr>
          <p:cNvGrpSpPr/>
          <p:nvPr/>
        </p:nvGrpSpPr>
        <p:grpSpPr>
          <a:xfrm>
            <a:off x="333021" y="2824480"/>
            <a:ext cx="7092854" cy="2102688"/>
            <a:chOff x="2521167" y="2863397"/>
            <a:chExt cx="7092854" cy="21026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BE95AF-E0AC-BA75-5B78-09151754EF87}"/>
                </a:ext>
              </a:extLst>
            </p:cNvPr>
            <p:cNvSpPr txBox="1"/>
            <p:nvPr/>
          </p:nvSpPr>
          <p:spPr>
            <a:xfrm>
              <a:off x="8859517" y="3432592"/>
              <a:ext cx="754504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C5C12144-4715-4D50-DB84-87C9036C3FC1}"/>
                </a:ext>
              </a:extLst>
            </p:cNvPr>
            <p:cNvCxnSpPr/>
            <p:nvPr/>
          </p:nvCxnSpPr>
          <p:spPr>
            <a:xfrm>
              <a:off x="3069123" y="3648197"/>
              <a:ext cx="5841390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3FAF9BB-6189-1BB7-31A6-867EDBD5F026}"/>
                </a:ext>
              </a:extLst>
            </p:cNvPr>
            <p:cNvCxnSpPr/>
            <p:nvPr/>
          </p:nvCxnSpPr>
          <p:spPr>
            <a:xfrm flipV="1">
              <a:off x="3070018" y="3423028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8287EDAA-F29C-BE25-7613-5A36D7ACC340}"/>
                </a:ext>
              </a:extLst>
            </p:cNvPr>
            <p:cNvCxnSpPr/>
            <p:nvPr/>
          </p:nvCxnSpPr>
          <p:spPr>
            <a:xfrm flipV="1">
              <a:off x="3325488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BA2ED7B-3FD2-08B8-B6BE-74C2610C5F1A}"/>
                </a:ext>
              </a:extLst>
            </p:cNvPr>
            <p:cNvCxnSpPr/>
            <p:nvPr/>
          </p:nvCxnSpPr>
          <p:spPr>
            <a:xfrm flipV="1">
              <a:off x="358095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6DDC10D-4E1C-CA3A-1DE1-23ABD94047F9}"/>
                </a:ext>
              </a:extLst>
            </p:cNvPr>
            <p:cNvCxnSpPr/>
            <p:nvPr/>
          </p:nvCxnSpPr>
          <p:spPr>
            <a:xfrm flipV="1">
              <a:off x="383642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FA99DDA-3CBA-B827-F51C-EAB448DCA790}"/>
                </a:ext>
              </a:extLst>
            </p:cNvPr>
            <p:cNvCxnSpPr/>
            <p:nvPr/>
          </p:nvCxnSpPr>
          <p:spPr>
            <a:xfrm flipV="1">
              <a:off x="4091899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F20DF385-113B-3179-AC67-F82A54DF79BD}"/>
                </a:ext>
              </a:extLst>
            </p:cNvPr>
            <p:cNvCxnSpPr/>
            <p:nvPr/>
          </p:nvCxnSpPr>
          <p:spPr>
            <a:xfrm flipV="1">
              <a:off x="460284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2A0E514-749B-8B91-59AB-3E2E66451409}"/>
                </a:ext>
              </a:extLst>
            </p:cNvPr>
            <p:cNvCxnSpPr/>
            <p:nvPr/>
          </p:nvCxnSpPr>
          <p:spPr>
            <a:xfrm flipV="1">
              <a:off x="485831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6DA42AA7-3FA0-426D-DAA4-A652F907327C}"/>
                </a:ext>
              </a:extLst>
            </p:cNvPr>
            <p:cNvCxnSpPr/>
            <p:nvPr/>
          </p:nvCxnSpPr>
          <p:spPr>
            <a:xfrm flipV="1">
              <a:off x="511378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65E2CC4-A07E-2203-9BEA-01352F1D6F5C}"/>
                </a:ext>
              </a:extLst>
            </p:cNvPr>
            <p:cNvCxnSpPr/>
            <p:nvPr/>
          </p:nvCxnSpPr>
          <p:spPr>
            <a:xfrm flipV="1">
              <a:off x="5369250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1C13523A-AF90-CDEA-13EA-38649EF0BB49}"/>
                </a:ext>
              </a:extLst>
            </p:cNvPr>
            <p:cNvCxnSpPr/>
            <p:nvPr/>
          </p:nvCxnSpPr>
          <p:spPr>
            <a:xfrm flipV="1">
              <a:off x="4347369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2D685E9-F6E4-115D-B6E2-70CA8D1BFC80}"/>
                </a:ext>
              </a:extLst>
            </p:cNvPr>
            <p:cNvCxnSpPr/>
            <p:nvPr/>
          </p:nvCxnSpPr>
          <p:spPr>
            <a:xfrm flipV="1">
              <a:off x="5624721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ED7FCDB5-0741-E5DF-D50D-ED974E6D3621}"/>
                </a:ext>
              </a:extLst>
            </p:cNvPr>
            <p:cNvCxnSpPr/>
            <p:nvPr/>
          </p:nvCxnSpPr>
          <p:spPr>
            <a:xfrm flipV="1">
              <a:off x="5880191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87AE83DD-4A8C-648B-8DE1-FEC73746DC70}"/>
                </a:ext>
              </a:extLst>
            </p:cNvPr>
            <p:cNvCxnSpPr/>
            <p:nvPr/>
          </p:nvCxnSpPr>
          <p:spPr>
            <a:xfrm flipV="1">
              <a:off x="6135661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291E7C0B-BAFF-FD9F-8F4C-D3634BACBC5E}"/>
                </a:ext>
              </a:extLst>
            </p:cNvPr>
            <p:cNvCxnSpPr/>
            <p:nvPr/>
          </p:nvCxnSpPr>
          <p:spPr>
            <a:xfrm flipV="1">
              <a:off x="639113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3CBCE191-0228-891E-A45B-6FA8D036D73A}"/>
                </a:ext>
              </a:extLst>
            </p:cNvPr>
            <p:cNvCxnSpPr/>
            <p:nvPr/>
          </p:nvCxnSpPr>
          <p:spPr>
            <a:xfrm flipV="1">
              <a:off x="664660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1AEFCEA2-1DF3-0177-39BC-EB87993B9DDD}"/>
                </a:ext>
              </a:extLst>
            </p:cNvPr>
            <p:cNvCxnSpPr/>
            <p:nvPr/>
          </p:nvCxnSpPr>
          <p:spPr>
            <a:xfrm flipV="1">
              <a:off x="6902072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0E2D01DD-95A1-263D-4FCE-38BD2555043D}"/>
                </a:ext>
              </a:extLst>
            </p:cNvPr>
            <p:cNvCxnSpPr/>
            <p:nvPr/>
          </p:nvCxnSpPr>
          <p:spPr>
            <a:xfrm flipV="1">
              <a:off x="7157542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113D33AA-C77A-3DBE-698C-D469561E53A7}"/>
                </a:ext>
              </a:extLst>
            </p:cNvPr>
            <p:cNvCxnSpPr/>
            <p:nvPr/>
          </p:nvCxnSpPr>
          <p:spPr>
            <a:xfrm flipV="1">
              <a:off x="741301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9D3A7EDE-D516-8E0C-D115-A3DD170C66A1}"/>
                </a:ext>
              </a:extLst>
            </p:cNvPr>
            <p:cNvCxnSpPr/>
            <p:nvPr/>
          </p:nvCxnSpPr>
          <p:spPr>
            <a:xfrm flipV="1">
              <a:off x="766848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1E909255-55F7-9446-956F-2E426358E7C1}"/>
                </a:ext>
              </a:extLst>
            </p:cNvPr>
            <p:cNvCxnSpPr/>
            <p:nvPr/>
          </p:nvCxnSpPr>
          <p:spPr>
            <a:xfrm flipV="1">
              <a:off x="7923953" y="3565882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8E018919-8F9F-17FA-BA35-4E570A5D446E}"/>
                </a:ext>
              </a:extLst>
            </p:cNvPr>
            <p:cNvCxnSpPr/>
            <p:nvPr/>
          </p:nvCxnSpPr>
          <p:spPr>
            <a:xfrm flipV="1">
              <a:off x="8179413" y="343259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299BB92-2968-3E8C-3962-1D4DB7A222D3}"/>
                </a:ext>
              </a:extLst>
            </p:cNvPr>
            <p:cNvSpPr txBox="1"/>
            <p:nvPr/>
          </p:nvSpPr>
          <p:spPr>
            <a:xfrm>
              <a:off x="8859517" y="4515746"/>
              <a:ext cx="754504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Time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4F9219CB-1016-F606-B246-5D5F07F45AD9}"/>
                </a:ext>
              </a:extLst>
            </p:cNvPr>
            <p:cNvCxnSpPr/>
            <p:nvPr/>
          </p:nvCxnSpPr>
          <p:spPr>
            <a:xfrm>
              <a:off x="3069123" y="4731351"/>
              <a:ext cx="5841390" cy="0"/>
            </a:xfrm>
            <a:prstGeom prst="straightConnector1">
              <a:avLst/>
            </a:prstGeom>
            <a:ln w="12700"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C8E90453-6831-4365-B7E5-592C0E647B6A}"/>
                </a:ext>
              </a:extLst>
            </p:cNvPr>
            <p:cNvCxnSpPr/>
            <p:nvPr/>
          </p:nvCxnSpPr>
          <p:spPr>
            <a:xfrm flipV="1">
              <a:off x="3070018" y="4506183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E9989D58-1FAA-86C6-1A21-A6634B944372}"/>
                </a:ext>
              </a:extLst>
            </p:cNvPr>
            <p:cNvCxnSpPr/>
            <p:nvPr/>
          </p:nvCxnSpPr>
          <p:spPr>
            <a:xfrm flipV="1">
              <a:off x="3325488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170A0E14-D57D-696B-5DB7-46D4DD6E877B}"/>
                </a:ext>
              </a:extLst>
            </p:cNvPr>
            <p:cNvCxnSpPr/>
            <p:nvPr/>
          </p:nvCxnSpPr>
          <p:spPr>
            <a:xfrm flipV="1">
              <a:off x="358095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ADBED634-3AA4-6DE7-5C8A-80D557CB64CF}"/>
                </a:ext>
              </a:extLst>
            </p:cNvPr>
            <p:cNvCxnSpPr/>
            <p:nvPr/>
          </p:nvCxnSpPr>
          <p:spPr>
            <a:xfrm flipV="1">
              <a:off x="383642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4AABA61D-5BA6-7CD8-9D53-F23274665A67}"/>
                </a:ext>
              </a:extLst>
            </p:cNvPr>
            <p:cNvCxnSpPr/>
            <p:nvPr/>
          </p:nvCxnSpPr>
          <p:spPr>
            <a:xfrm flipV="1">
              <a:off x="4091899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D367F8AD-CDA0-FF85-6481-D9852E79E4A9}"/>
                </a:ext>
              </a:extLst>
            </p:cNvPr>
            <p:cNvCxnSpPr/>
            <p:nvPr/>
          </p:nvCxnSpPr>
          <p:spPr>
            <a:xfrm flipV="1">
              <a:off x="460284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66ACACF0-00E8-751A-9AB4-434E223FA6F6}"/>
                </a:ext>
              </a:extLst>
            </p:cNvPr>
            <p:cNvCxnSpPr/>
            <p:nvPr/>
          </p:nvCxnSpPr>
          <p:spPr>
            <a:xfrm flipV="1">
              <a:off x="485831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7D6EF965-0FFE-0594-6633-E46C004738E1}"/>
                </a:ext>
              </a:extLst>
            </p:cNvPr>
            <p:cNvCxnSpPr/>
            <p:nvPr/>
          </p:nvCxnSpPr>
          <p:spPr>
            <a:xfrm flipV="1">
              <a:off x="511378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C120BC66-CEC0-268E-B661-7DDD11466541}"/>
                </a:ext>
              </a:extLst>
            </p:cNvPr>
            <p:cNvCxnSpPr/>
            <p:nvPr/>
          </p:nvCxnSpPr>
          <p:spPr>
            <a:xfrm flipV="1">
              <a:off x="5369250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332083C0-1925-16FF-1F2C-AC0B1307F768}"/>
                </a:ext>
              </a:extLst>
            </p:cNvPr>
            <p:cNvCxnSpPr/>
            <p:nvPr/>
          </p:nvCxnSpPr>
          <p:spPr>
            <a:xfrm flipV="1">
              <a:off x="4347369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D7C0AD4A-E73C-92E3-380B-6DB5F432A65F}"/>
                </a:ext>
              </a:extLst>
            </p:cNvPr>
            <p:cNvCxnSpPr/>
            <p:nvPr/>
          </p:nvCxnSpPr>
          <p:spPr>
            <a:xfrm flipV="1">
              <a:off x="5626510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7D8E1264-D5B7-FCFD-6D82-D85499E97771}"/>
                </a:ext>
              </a:extLst>
            </p:cNvPr>
            <p:cNvCxnSpPr/>
            <p:nvPr/>
          </p:nvCxnSpPr>
          <p:spPr>
            <a:xfrm flipV="1">
              <a:off x="5880191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C0FEE0CC-4FAC-D6C1-6A7E-9B736081D8D3}"/>
                </a:ext>
              </a:extLst>
            </p:cNvPr>
            <p:cNvCxnSpPr/>
            <p:nvPr/>
          </p:nvCxnSpPr>
          <p:spPr>
            <a:xfrm flipV="1">
              <a:off x="6135661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7A67EDA6-988A-FBEC-AF0D-D63F55A0B4CC}"/>
                </a:ext>
              </a:extLst>
            </p:cNvPr>
            <p:cNvCxnSpPr/>
            <p:nvPr/>
          </p:nvCxnSpPr>
          <p:spPr>
            <a:xfrm flipV="1">
              <a:off x="639113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B601AFA7-BFD9-A9A1-4800-4074D669E2CB}"/>
                </a:ext>
              </a:extLst>
            </p:cNvPr>
            <p:cNvCxnSpPr/>
            <p:nvPr/>
          </p:nvCxnSpPr>
          <p:spPr>
            <a:xfrm flipV="1">
              <a:off x="664660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C0F27E76-5409-8D09-95E1-72CCA5E37209}"/>
                </a:ext>
              </a:extLst>
            </p:cNvPr>
            <p:cNvCxnSpPr/>
            <p:nvPr/>
          </p:nvCxnSpPr>
          <p:spPr>
            <a:xfrm flipV="1">
              <a:off x="6902072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8798B80E-4D5B-FDF7-3F78-BDC0B5A1CCEB}"/>
                </a:ext>
              </a:extLst>
            </p:cNvPr>
            <p:cNvCxnSpPr/>
            <p:nvPr/>
          </p:nvCxnSpPr>
          <p:spPr>
            <a:xfrm flipV="1">
              <a:off x="7157542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D39941FC-310B-7CCA-7DB2-4DDCB7952A93}"/>
                </a:ext>
              </a:extLst>
            </p:cNvPr>
            <p:cNvCxnSpPr/>
            <p:nvPr/>
          </p:nvCxnSpPr>
          <p:spPr>
            <a:xfrm flipV="1">
              <a:off x="741301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08B794DD-595C-27C0-1B3B-5E79B734801A}"/>
                </a:ext>
              </a:extLst>
            </p:cNvPr>
            <p:cNvCxnSpPr/>
            <p:nvPr/>
          </p:nvCxnSpPr>
          <p:spPr>
            <a:xfrm flipV="1">
              <a:off x="766848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5BA8AB3F-D47A-F586-6035-7EBC730601ED}"/>
                </a:ext>
              </a:extLst>
            </p:cNvPr>
            <p:cNvCxnSpPr/>
            <p:nvPr/>
          </p:nvCxnSpPr>
          <p:spPr>
            <a:xfrm flipV="1">
              <a:off x="7923953" y="4649037"/>
              <a:ext cx="0" cy="16463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43173A3B-F19A-5C10-B212-7A4D460F8A3F}"/>
                </a:ext>
              </a:extLst>
            </p:cNvPr>
            <p:cNvCxnSpPr/>
            <p:nvPr/>
          </p:nvCxnSpPr>
          <p:spPr>
            <a:xfrm flipV="1">
              <a:off x="8179413" y="4515747"/>
              <a:ext cx="0" cy="45033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AD473DD-907E-39DC-9CDC-81F2CDA7ED0C}"/>
                </a:ext>
              </a:extLst>
            </p:cNvPr>
            <p:cNvSpPr txBox="1"/>
            <p:nvPr/>
          </p:nvSpPr>
          <p:spPr>
            <a:xfrm>
              <a:off x="2549726" y="3451166"/>
              <a:ext cx="477797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66E3719-C231-0EAD-3CA1-23A8606117CC}"/>
                </a:ext>
              </a:extLst>
            </p:cNvPr>
            <p:cNvSpPr txBox="1"/>
            <p:nvPr/>
          </p:nvSpPr>
          <p:spPr>
            <a:xfrm>
              <a:off x="2521167" y="4414737"/>
              <a:ext cx="449712" cy="4221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r>
                <a:rPr lang="en-US" altLang="ko-KR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</a:t>
              </a:r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C73242B2-BB9A-6756-F4B2-15E87E4A4938}"/>
                </a:ext>
              </a:extLst>
            </p:cNvPr>
            <p:cNvCxnSpPr/>
            <p:nvPr/>
          </p:nvCxnSpPr>
          <p:spPr>
            <a:xfrm flipV="1">
              <a:off x="4091899" y="4132341"/>
              <a:ext cx="0" cy="62753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125FD689-E480-2A0B-DEED-15132CCABBB7}"/>
                </a:ext>
              </a:extLst>
            </p:cNvPr>
            <p:cNvCxnSpPr/>
            <p:nvPr/>
          </p:nvCxnSpPr>
          <p:spPr>
            <a:xfrm>
              <a:off x="4346492" y="4204257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79">
              <a:extLst>
                <a:ext uri="{FF2B5EF4-FFF2-40B4-BE49-F238E27FC236}">
                  <a16:creationId xmlns:a16="http://schemas.microsoft.com/office/drawing/2014/main" id="{A2985FF0-5D61-2868-13CB-FFA6EA53D0E1}"/>
                </a:ext>
              </a:extLst>
            </p:cNvPr>
            <p:cNvSpPr txBox="1"/>
            <p:nvPr/>
          </p:nvSpPr>
          <p:spPr>
            <a:xfrm>
              <a:off x="4082968" y="3939279"/>
              <a:ext cx="890294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8" name="직선 화살표 연결선 157">
              <a:extLst>
                <a:ext uri="{FF2B5EF4-FFF2-40B4-BE49-F238E27FC236}">
                  <a16:creationId xmlns:a16="http://schemas.microsoft.com/office/drawing/2014/main" id="{AA361361-0A18-CC50-9B36-0F81DF3043C4}"/>
                </a:ext>
              </a:extLst>
            </p:cNvPr>
            <p:cNvCxnSpPr/>
            <p:nvPr/>
          </p:nvCxnSpPr>
          <p:spPr>
            <a:xfrm>
              <a:off x="4864660" y="3121593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81">
              <a:extLst>
                <a:ext uri="{FF2B5EF4-FFF2-40B4-BE49-F238E27FC236}">
                  <a16:creationId xmlns:a16="http://schemas.microsoft.com/office/drawing/2014/main" id="{1A9D469A-FF71-DA75-5EEA-872114074673}"/>
                </a:ext>
              </a:extLst>
            </p:cNvPr>
            <p:cNvSpPr txBox="1"/>
            <p:nvPr/>
          </p:nvSpPr>
          <p:spPr>
            <a:xfrm>
              <a:off x="4546466" y="2872743"/>
              <a:ext cx="890294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BAE3C959-46C3-CA9B-2545-E7824675680D}"/>
                </a:ext>
              </a:extLst>
            </p:cNvPr>
            <p:cNvCxnSpPr/>
            <p:nvPr/>
          </p:nvCxnSpPr>
          <p:spPr>
            <a:xfrm>
              <a:off x="5882069" y="4216584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79">
              <a:extLst>
                <a:ext uri="{FF2B5EF4-FFF2-40B4-BE49-F238E27FC236}">
                  <a16:creationId xmlns:a16="http://schemas.microsoft.com/office/drawing/2014/main" id="{62B388EC-400E-BC6F-B1C4-63FC8D7A4D7E}"/>
                </a:ext>
              </a:extLst>
            </p:cNvPr>
            <p:cNvSpPr txBox="1"/>
            <p:nvPr/>
          </p:nvSpPr>
          <p:spPr>
            <a:xfrm>
              <a:off x="5515610" y="3938290"/>
              <a:ext cx="1171285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Lock(M1)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033F9250-0630-4479-C2B8-0C5D5D7DA4BB}"/>
                </a:ext>
              </a:extLst>
            </p:cNvPr>
            <p:cNvCxnSpPr/>
            <p:nvPr/>
          </p:nvCxnSpPr>
          <p:spPr>
            <a:xfrm>
              <a:off x="5641442" y="3113014"/>
              <a:ext cx="0" cy="19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81">
              <a:extLst>
                <a:ext uri="{FF2B5EF4-FFF2-40B4-BE49-F238E27FC236}">
                  <a16:creationId xmlns:a16="http://schemas.microsoft.com/office/drawing/2014/main" id="{B8150188-ECD4-25C9-2937-4BF199F50BCC}"/>
                </a:ext>
              </a:extLst>
            </p:cNvPr>
            <p:cNvSpPr txBox="1"/>
            <p:nvPr/>
          </p:nvSpPr>
          <p:spPr>
            <a:xfrm>
              <a:off x="5436760" y="2863397"/>
              <a:ext cx="1171285" cy="3166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Try Lock(M2)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4" name="텍스트 상자 240">
              <a:extLst>
                <a:ext uri="{FF2B5EF4-FFF2-40B4-BE49-F238E27FC236}">
                  <a16:creationId xmlns:a16="http://schemas.microsoft.com/office/drawing/2014/main" id="{6504FAE1-D9E5-FAAC-64C9-28BFD759687B}"/>
                </a:ext>
              </a:extLst>
            </p:cNvPr>
            <p:cNvSpPr txBox="1"/>
            <p:nvPr/>
          </p:nvSpPr>
          <p:spPr>
            <a:xfrm>
              <a:off x="5577622" y="3267511"/>
              <a:ext cx="349658" cy="422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6" name="텍스트 상자 330">
              <a:extLst>
                <a:ext uri="{FF2B5EF4-FFF2-40B4-BE49-F238E27FC236}">
                  <a16:creationId xmlns:a16="http://schemas.microsoft.com/office/drawing/2014/main" id="{C1A45BBE-8B67-22B6-9CA7-4C81770C5D45}"/>
                </a:ext>
              </a:extLst>
            </p:cNvPr>
            <p:cNvSpPr txBox="1"/>
            <p:nvPr/>
          </p:nvSpPr>
          <p:spPr>
            <a:xfrm>
              <a:off x="5817522" y="4368593"/>
              <a:ext cx="349658" cy="422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  <a:endParaRPr kumimoji="1"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43D25BBF-740E-4ADC-90A9-FF142FC92654}"/>
                </a:ext>
              </a:extLst>
            </p:cNvPr>
            <p:cNvSpPr/>
            <p:nvPr/>
          </p:nvSpPr>
          <p:spPr>
            <a:xfrm>
              <a:off x="4091899" y="4401835"/>
              <a:ext cx="261021" cy="324757"/>
            </a:xfrm>
            <a:prstGeom prst="rect">
              <a:avLst/>
            </a:prstGeom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FDA6FB1F-3952-B654-5564-DBDA2EEFFBE2}"/>
                </a:ext>
              </a:extLst>
            </p:cNvPr>
            <p:cNvSpPr/>
            <p:nvPr/>
          </p:nvSpPr>
          <p:spPr>
            <a:xfrm>
              <a:off x="4346492" y="4401835"/>
              <a:ext cx="257023" cy="324757"/>
            </a:xfrm>
            <a:prstGeom prst="rect">
              <a:avLst/>
            </a:prstGeom>
            <a:pattFill prst="wdUpDiag">
              <a:fgClr>
                <a:schemeClr val="accent2"/>
              </a:fgClr>
              <a:bgClr>
                <a:schemeClr val="bg1"/>
              </a:bgClr>
            </a:pattFill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48B80849-2CDD-FF54-D14F-B3DEFA9D6C19}"/>
                </a:ext>
              </a:extLst>
            </p:cNvPr>
            <p:cNvSpPr/>
            <p:nvPr/>
          </p:nvSpPr>
          <p:spPr>
            <a:xfrm>
              <a:off x="5625835" y="4408014"/>
              <a:ext cx="256233" cy="324755"/>
            </a:xfrm>
            <a:prstGeom prst="rect">
              <a:avLst/>
            </a:prstGeom>
            <a:pattFill prst="wdUpDiag">
              <a:fgClr>
                <a:schemeClr val="accent2"/>
              </a:fgClr>
              <a:bgClr>
                <a:schemeClr val="bg1"/>
              </a:bgClr>
            </a:pattFill>
            <a:ln w="1270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A8EE9647-9416-2698-B06D-0844CD5440B2}"/>
                </a:ext>
              </a:extLst>
            </p:cNvPr>
            <p:cNvSpPr/>
            <p:nvPr/>
          </p:nvSpPr>
          <p:spPr>
            <a:xfrm>
              <a:off x="4606782" y="3320408"/>
              <a:ext cx="256365" cy="324757"/>
            </a:xfrm>
            <a:prstGeom prst="rect">
              <a:avLst/>
            </a:prstGeom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7A582518-9416-AD25-E3F2-7DD27D766E58}"/>
                </a:ext>
              </a:extLst>
            </p:cNvPr>
            <p:cNvSpPr/>
            <p:nvPr/>
          </p:nvSpPr>
          <p:spPr>
            <a:xfrm>
              <a:off x="4860001" y="3321924"/>
              <a:ext cx="767748" cy="324757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/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DE11801B-83D6-1E0E-3C2B-260CA9F3C6A2}"/>
                </a:ext>
              </a:extLst>
            </p:cNvPr>
            <p:cNvCxnSpPr/>
            <p:nvPr/>
          </p:nvCxnSpPr>
          <p:spPr>
            <a:xfrm flipV="1">
              <a:off x="4602840" y="3040668"/>
              <a:ext cx="0" cy="62753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6D48ED-DA74-1A58-156B-F5DDC1706B9D}"/>
              </a:ext>
            </a:extLst>
          </p:cNvPr>
          <p:cNvSpPr/>
          <p:nvPr/>
        </p:nvSpPr>
        <p:spPr>
          <a:xfrm>
            <a:off x="7851441" y="5347840"/>
            <a:ext cx="2979120" cy="351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83186-DCF4-EE49-6794-4F1152377461}"/>
              </a:ext>
            </a:extLst>
          </p:cNvPr>
          <p:cNvSpPr txBox="1"/>
          <p:nvPr/>
        </p:nvSpPr>
        <p:spPr>
          <a:xfrm>
            <a:off x="8798832" y="5680418"/>
            <a:ext cx="24779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500" dirty="0">
                <a:solidFill>
                  <a:srgbClr val="FF0000"/>
                </a:solidFill>
              </a:rPr>
              <a:t>Deadlock</a:t>
            </a:r>
            <a:endParaRPr kumimoji="1" lang="ko-Kore-KR" altLang="en-US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953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</a:t>
            </a:r>
          </a:p>
        </p:txBody>
      </p:sp>
      <p:pic>
        <p:nvPicPr>
          <p:cNvPr id="12" name="Picture 3" descr="MCj036316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4326" y="2506664"/>
            <a:ext cx="1401763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1513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14797</TotalTime>
  <Words>2106</Words>
  <Application>Microsoft Office PowerPoint</Application>
  <PresentationFormat>와이드스크린</PresentationFormat>
  <Paragraphs>559</Paragraphs>
  <Slides>28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Arial</vt:lpstr>
      <vt:lpstr>Consolas</vt:lpstr>
      <vt:lpstr>Tahoma</vt:lpstr>
      <vt:lpstr>Wingdings</vt:lpstr>
      <vt:lpstr>Office 테마</vt:lpstr>
      <vt:lpstr>Computing Platform for Autonomous Driving (CP4AD)</vt:lpstr>
      <vt:lpstr>FAQ</vt:lpstr>
      <vt:lpstr>FAQ</vt:lpstr>
      <vt:lpstr>06. Alarm</vt:lpstr>
      <vt:lpstr>06. Alarm</vt:lpstr>
      <vt:lpstr>06. Alarm</vt:lpstr>
      <vt:lpstr>07. Event</vt:lpstr>
      <vt:lpstr>07. Event</vt:lpstr>
      <vt:lpstr>07. Event</vt:lpstr>
      <vt:lpstr>08. Alarm SetEvent</vt:lpstr>
      <vt:lpstr>08. Alarm SetEvent</vt:lpstr>
      <vt:lpstr>09-1. Loss</vt:lpstr>
      <vt:lpstr>09-1. Loss</vt:lpstr>
      <vt:lpstr>09-1. Loss</vt:lpstr>
      <vt:lpstr>09-2. No Loss</vt:lpstr>
      <vt:lpstr>09-2. No Loss</vt:lpstr>
      <vt:lpstr>10. Priority Inversion</vt:lpstr>
      <vt:lpstr>10. Priority Inversion</vt:lpstr>
      <vt:lpstr>10. Priority Inversion</vt:lpstr>
      <vt:lpstr>10. Priority Inversion</vt:lpstr>
      <vt:lpstr>10. Priority Inversion</vt:lpstr>
      <vt:lpstr>10. Priority Inversion</vt:lpstr>
      <vt:lpstr>10. Priority Inversion</vt:lpstr>
      <vt:lpstr>10. Priority Inversion</vt:lpstr>
      <vt:lpstr>10. Priority Inversion</vt:lpstr>
      <vt:lpstr>10. Priority Inversion</vt:lpstr>
      <vt:lpstr>11. Deadlock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Operating System (Day 1 Lab)</dc:title>
  <dc:subject/>
  <dc:creator>jongchank</dc:creator>
  <cp:keywords/>
  <dc:description/>
  <cp:lastModifiedBy>김재혁(대학원생-자동차IT융합전공)</cp:lastModifiedBy>
  <cp:revision>848</cp:revision>
  <cp:lastPrinted>2018-03-07T02:55:25Z</cp:lastPrinted>
  <dcterms:created xsi:type="dcterms:W3CDTF">2018-03-06T00:24:46Z</dcterms:created>
  <dcterms:modified xsi:type="dcterms:W3CDTF">2024-03-19T04:19:12Z</dcterms:modified>
  <cp:category/>
</cp:coreProperties>
</file>