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417" r:id="rId2"/>
    <p:sldId id="1647" r:id="rId3"/>
    <p:sldId id="1807" r:id="rId4"/>
    <p:sldId id="1819" r:id="rId5"/>
    <p:sldId id="1691" r:id="rId6"/>
    <p:sldId id="1820" r:id="rId7"/>
    <p:sldId id="1818" r:id="rId8"/>
    <p:sldId id="1821" r:id="rId9"/>
    <p:sldId id="1352" r:id="rId10"/>
    <p:sldId id="1663" r:id="rId11"/>
    <p:sldId id="1354" r:id="rId12"/>
    <p:sldId id="1770" r:id="rId13"/>
    <p:sldId id="1760" r:id="rId14"/>
    <p:sldId id="1822" r:id="rId15"/>
    <p:sldId id="1823" r:id="rId16"/>
    <p:sldId id="1353" r:id="rId17"/>
    <p:sldId id="1803" r:id="rId18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1AFE"/>
    <a:srgbClr val="FF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20" autoAdjust="0"/>
    <p:restoredTop sz="84868" autoAdjust="0"/>
  </p:normalViewPr>
  <p:slideViewPr>
    <p:cSldViewPr snapToGrid="0">
      <p:cViewPr>
        <p:scale>
          <a:sx n="125" d="100"/>
          <a:sy n="125" d="100"/>
        </p:scale>
        <p:origin x="123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04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EE58BA0-99CC-4A05-8840-957D99EE7CC8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79CD858-6556-4886-9903-45E9B7BDF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55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501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984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480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024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906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948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034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309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772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14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777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46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77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F184591-6BBF-4740-BA7D-5D01120834FA}"/>
              </a:ext>
            </a:extLst>
          </p:cNvPr>
          <p:cNvSpPr/>
          <p:nvPr userDrawn="1"/>
        </p:nvSpPr>
        <p:spPr>
          <a:xfrm>
            <a:off x="152400" y="152401"/>
            <a:ext cx="11875911" cy="6547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B5012-A287-4018-A514-B24F41023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857993-A09A-4126-9EDC-8B0DFF245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3989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F9E4A0D-49C2-42B0-A6FA-716E3679A5EC}"/>
              </a:ext>
            </a:extLst>
          </p:cNvPr>
          <p:cNvSpPr/>
          <p:nvPr userDrawn="1"/>
        </p:nvSpPr>
        <p:spPr>
          <a:xfrm>
            <a:off x="0" y="1"/>
            <a:ext cx="12192000" cy="8790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5F8DE87-3981-4835-BA81-7516A4F6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21" y="66261"/>
            <a:ext cx="11525958" cy="759791"/>
          </a:xfrm>
        </p:spPr>
        <p:txBody>
          <a:bodyPr>
            <a:normAutofit/>
          </a:bodyPr>
          <a:lstStyle>
            <a:lvl1pPr>
              <a:defRPr sz="3600" b="1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5A49C19-B60A-4383-8613-4E3311132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>
            <a:lvl1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–"/>
              <a:defRPr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0760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A317B9-517E-4B88-8090-98A079B5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48D0B9-C08E-4607-BA41-75748F642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1B6032-E91C-4A61-996B-228013A40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F312F5-2EBC-4618-B7BE-9A394913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FF7AFB-AE22-43C2-9D23-0D7C4745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54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962DF-0D26-4826-AB20-50F26068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CD4051-82D3-4F03-B01E-05BE9202B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56BFB0-3D84-4D85-A2FE-4EA4554C2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719191-139E-4BBB-A244-53732E95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FE5A1-DD8A-4FC0-8494-80CF04265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E24850-CD82-40AC-B029-B5265ADB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76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F2DB7-A9DA-48B4-A5D5-177E997D7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B55771-C12F-4911-B6E4-281B68A79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B5015E-669A-4E10-AE7E-28DB16BCF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C12414-D000-48D4-B239-2C9838684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7F0A59-2672-4B02-81B9-F97F57573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858005-1833-4D56-91AC-B6572421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C5BB12-7A62-4725-BAE7-0F3B13FCA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164073-4E1C-418B-BDE8-889F642A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90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F22BC-F610-4F8B-9385-66E31607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14A4C7-C141-49E7-A1BB-2F95189D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CD473E-42F1-4F55-915E-A3465E378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3AAA17-EB0D-4C5B-B741-721BFE78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71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EA4825-C459-4782-B844-F92EAB0E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81FCB79-E800-479A-86F9-13637409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427B4A-C3F3-4CC8-A0CD-BF0B7588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49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78404-2048-49DA-B99B-B306800D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ABF520-EAF7-465C-A19F-EB9F95D41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1BC155-1F4F-4193-9C31-B1AF52770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7C1A3-160A-4F01-ACAD-8B7867EA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3617D2-5681-44C6-A5C9-F5294A10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B0E253-9CF0-4393-A633-EA111A58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766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BAA9B8-58B1-4303-B56E-EAD463DF6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185D859-4353-4C03-AD1E-EFCBBCBD2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6E48EC-54AC-4637-BD9A-C77580232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EA293E-956A-42D1-B126-CC580F5E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86D1D6-CB8A-4708-A2AB-693A3381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2A6F2B-360B-4DF5-AD16-29DF785D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51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38EAF-CDB0-40A7-944E-3961DD1F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7EE745-6F13-4971-AFFB-7BD8BAEB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1D5CD-4D74-4E7C-9CD5-F76350C5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C70AD1-8FF2-4374-9A5F-3091D7B0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9F8A54-43B2-4693-979B-0F057EEE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51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EE9C84-DA2B-441E-991D-1A3628829B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7DE432-7C65-44AA-91C5-1A7B3BCBE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9BA8DE-0E5A-4788-A828-2E847FA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83ECD5-691B-40F7-B9B4-960CA653E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E1335-2039-44F9-BDC5-C1A39E41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71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4B4693-BA04-4F25-9EA4-8C8012C57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D3BC42-FDA3-451C-8556-4D6F0F26E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81DD2F-DA92-4141-9743-7A21783BF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40F60-B2E2-498A-83E6-63380256C8C3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5E52B4-5278-4A57-A4E5-E15BA6773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1C925-084E-477E-88EA-A9DE8260B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10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9C9F9-2DC3-4CA6-8300-4EC664A9D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022"/>
            <a:ext cx="12192000" cy="6832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Computing Platform for </a:t>
            </a:r>
            <a:r>
              <a:rPr lang="en-US" altLang="ko-KR" sz="3200" b="1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Autonomous Driving (CP4AD)</a:t>
            </a:r>
            <a:endParaRPr lang="ko-KR" altLang="en-US" sz="32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E4E9F5EA-9BF0-46A4-80A5-798889956367}"/>
              </a:ext>
            </a:extLst>
          </p:cNvPr>
          <p:cNvSpPr txBox="1">
            <a:spLocks/>
          </p:cNvSpPr>
          <p:nvPr/>
        </p:nvSpPr>
        <p:spPr>
          <a:xfrm>
            <a:off x="149525" y="3466423"/>
            <a:ext cx="11892950" cy="2227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Prof. Jong-Chan Kim</a:t>
            </a:r>
          </a:p>
          <a:p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ko-KR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Dept. Automobile and IT Convergence</a:t>
            </a:r>
          </a:p>
        </p:txBody>
      </p:sp>
      <p:pic>
        <p:nvPicPr>
          <p:cNvPr id="4" name="Picture 2" descr="국민대 로고에 대한 이미지 검색결과">
            <a:extLst>
              <a:ext uri="{FF2B5EF4-FFF2-40B4-BE49-F238E27FC236}">
                <a16:creationId xmlns:a16="http://schemas.microsoft.com/office/drawing/2014/main" id="{211E4524-29E4-46C2-A840-31FB4E812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234" y="5297119"/>
            <a:ext cx="3293532" cy="117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548B6F5C-B11E-453C-B22B-387645246A50}"/>
              </a:ext>
            </a:extLst>
          </p:cNvPr>
          <p:cNvSpPr txBox="1">
            <a:spLocks/>
          </p:cNvSpPr>
          <p:nvPr/>
        </p:nvSpPr>
        <p:spPr>
          <a:xfrm>
            <a:off x="150385" y="1164524"/>
            <a:ext cx="1189209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400" b="1" dirty="0">
                <a:latin typeface="Tahoma" panose="020B0604030504040204" pitchFamily="34" charset="0"/>
                <a:cs typeface="Tahoma" panose="020B0604030504040204" pitchFamily="34" charset="0"/>
              </a:rPr>
              <a:t>L3. RTOS #3</a:t>
            </a:r>
            <a:endParaRPr lang="ko-KR" altLang="en-US" sz="44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90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5BB6-54BF-FE80-3660-F5DCCA45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063A9-0D0F-8D44-592A-7741DBEC1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ko-KR" dirty="0"/>
              <a:t>Lock</a:t>
            </a:r>
            <a:r>
              <a:rPr kumimoji="1" lang="ko-KR" altLang="en-US" dirty="0"/>
              <a:t>에 의해 </a:t>
            </a: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altLang="ko-KR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kumimoji="1" lang="ko-KR" altLang="en-US" dirty="0"/>
              <a:t>가 </a:t>
            </a: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altLang="ko-KR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kumimoji="1" lang="ko-KR" altLang="en-US" dirty="0"/>
              <a:t>보다 늦게 종료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endParaRPr kumimoji="1"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58E1249-F818-7112-97FC-E1AC26F2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Review.</a:t>
            </a:r>
            <a:r>
              <a:rPr lang="ko-KR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Priority Inversion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54A736-43D2-130A-7F87-2294DFF3B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034" y="1458814"/>
            <a:ext cx="4767864" cy="464280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52202ADF-726C-4F31-BB9E-146E553A75C8}"/>
              </a:ext>
            </a:extLst>
          </p:cNvPr>
          <p:cNvGrpSpPr/>
          <p:nvPr/>
        </p:nvGrpSpPr>
        <p:grpSpPr>
          <a:xfrm>
            <a:off x="333021" y="2444400"/>
            <a:ext cx="6477404" cy="2768683"/>
            <a:chOff x="333021" y="2445762"/>
            <a:chExt cx="6477404" cy="2768683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0EB46C7-7B22-BD16-DA9C-4CB0ACCA8A30}"/>
                </a:ext>
              </a:extLst>
            </p:cNvPr>
            <p:cNvGrpSpPr/>
            <p:nvPr/>
          </p:nvGrpSpPr>
          <p:grpSpPr>
            <a:xfrm>
              <a:off x="333021" y="2445762"/>
              <a:ext cx="6477404" cy="2768683"/>
              <a:chOff x="333021" y="2445762"/>
              <a:chExt cx="6477404" cy="2768683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3BDD24B9-68EE-78C1-ABC0-DE03AB0F19AA}"/>
                  </a:ext>
                </a:extLst>
              </p:cNvPr>
              <p:cNvCxnSpPr/>
              <p:nvPr/>
            </p:nvCxnSpPr>
            <p:spPr>
              <a:xfrm flipV="1">
                <a:off x="5734800" y="49356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2CE6A5B4-6172-8BB9-1C37-1298DCA9E487}"/>
                  </a:ext>
                </a:extLst>
              </p:cNvPr>
              <p:cNvGrpSpPr/>
              <p:nvPr/>
            </p:nvGrpSpPr>
            <p:grpSpPr>
              <a:xfrm>
                <a:off x="333021" y="2445762"/>
                <a:ext cx="6477404" cy="2768683"/>
                <a:chOff x="2466200" y="2613276"/>
                <a:chExt cx="6477404" cy="2768683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F531687-F253-F595-E5FF-01A53CDD8B47}"/>
                    </a:ext>
                  </a:extLst>
                </p:cNvPr>
                <p:cNvSpPr txBox="1"/>
                <p:nvPr/>
              </p:nvSpPr>
              <p:spPr>
                <a:xfrm>
                  <a:off x="8254569" y="3108593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17" name="직선 화살표 연결선 16">
                  <a:extLst>
                    <a:ext uri="{FF2B5EF4-FFF2-40B4-BE49-F238E27FC236}">
                      <a16:creationId xmlns:a16="http://schemas.microsoft.com/office/drawing/2014/main" id="{F316A1D0-DDE4-5BC8-368A-3990901333E9}"/>
                    </a:ext>
                  </a:extLst>
                </p:cNvPr>
                <p:cNvCxnSpPr/>
                <p:nvPr/>
              </p:nvCxnSpPr>
              <p:spPr>
                <a:xfrm>
                  <a:off x="2966610" y="3297200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직선 화살표 연결선 17">
                  <a:extLst>
                    <a:ext uri="{FF2B5EF4-FFF2-40B4-BE49-F238E27FC236}">
                      <a16:creationId xmlns:a16="http://schemas.microsoft.com/office/drawing/2014/main" id="{A708D2DF-3829-604C-2AF7-45B820928AEB}"/>
                    </a:ext>
                  </a:extLst>
                </p:cNvPr>
                <p:cNvCxnSpPr/>
                <p:nvPr/>
              </p:nvCxnSpPr>
              <p:spPr>
                <a:xfrm flipV="1">
                  <a:off x="2967427" y="310022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화살표 연결선 18">
                  <a:extLst>
                    <a:ext uri="{FF2B5EF4-FFF2-40B4-BE49-F238E27FC236}">
                      <a16:creationId xmlns:a16="http://schemas.microsoft.com/office/drawing/2014/main" id="{9D1D7962-8CF5-C7BD-A507-E870121A10F2}"/>
                    </a:ext>
                  </a:extLst>
                </p:cNvPr>
                <p:cNvCxnSpPr/>
                <p:nvPr/>
              </p:nvCxnSpPr>
              <p:spPr>
                <a:xfrm flipV="1">
                  <a:off x="320073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직선 화살표 연결선 19">
                  <a:extLst>
                    <a:ext uri="{FF2B5EF4-FFF2-40B4-BE49-F238E27FC236}">
                      <a16:creationId xmlns:a16="http://schemas.microsoft.com/office/drawing/2014/main" id="{F8393C5E-98D5-CD71-CFED-A40EEC46A39A}"/>
                    </a:ext>
                  </a:extLst>
                </p:cNvPr>
                <p:cNvCxnSpPr/>
                <p:nvPr/>
              </p:nvCxnSpPr>
              <p:spPr>
                <a:xfrm flipV="1">
                  <a:off x="343403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직선 화살표 연결선 20">
                  <a:extLst>
                    <a:ext uri="{FF2B5EF4-FFF2-40B4-BE49-F238E27FC236}">
                      <a16:creationId xmlns:a16="http://schemas.microsoft.com/office/drawing/2014/main" id="{24233D1D-0DBA-4F9A-ED01-28C0B734C779}"/>
                    </a:ext>
                  </a:extLst>
                </p:cNvPr>
                <p:cNvCxnSpPr/>
                <p:nvPr/>
              </p:nvCxnSpPr>
              <p:spPr>
                <a:xfrm flipV="1">
                  <a:off x="366733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직선 화살표 연결선 21">
                  <a:extLst>
                    <a:ext uri="{FF2B5EF4-FFF2-40B4-BE49-F238E27FC236}">
                      <a16:creationId xmlns:a16="http://schemas.microsoft.com/office/drawing/2014/main" id="{C2375BF8-8C7F-97B2-7060-021333FCAB55}"/>
                    </a:ext>
                  </a:extLst>
                </p:cNvPr>
                <p:cNvCxnSpPr/>
                <p:nvPr/>
              </p:nvCxnSpPr>
              <p:spPr>
                <a:xfrm flipV="1">
                  <a:off x="390063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화살표 연결선 22">
                  <a:extLst>
                    <a:ext uri="{FF2B5EF4-FFF2-40B4-BE49-F238E27FC236}">
                      <a16:creationId xmlns:a16="http://schemas.microsoft.com/office/drawing/2014/main" id="{626E3A3D-83C2-37A4-0A08-2EB500E2DB60}"/>
                    </a:ext>
                  </a:extLst>
                </p:cNvPr>
                <p:cNvCxnSpPr/>
                <p:nvPr/>
              </p:nvCxnSpPr>
              <p:spPr>
                <a:xfrm flipV="1">
                  <a:off x="436724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화살표 연결선 23">
                  <a:extLst>
                    <a:ext uri="{FF2B5EF4-FFF2-40B4-BE49-F238E27FC236}">
                      <a16:creationId xmlns:a16="http://schemas.microsoft.com/office/drawing/2014/main" id="{92AB1A98-FD02-89CA-9A25-BA48ED788DA2}"/>
                    </a:ext>
                  </a:extLst>
                </p:cNvPr>
                <p:cNvCxnSpPr/>
                <p:nvPr/>
              </p:nvCxnSpPr>
              <p:spPr>
                <a:xfrm flipV="1">
                  <a:off x="460054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화살표 연결선 24">
                  <a:extLst>
                    <a:ext uri="{FF2B5EF4-FFF2-40B4-BE49-F238E27FC236}">
                      <a16:creationId xmlns:a16="http://schemas.microsoft.com/office/drawing/2014/main" id="{09B7E6B9-9671-9378-B8F9-20033AE3061C}"/>
                    </a:ext>
                  </a:extLst>
                </p:cNvPr>
                <p:cNvCxnSpPr/>
                <p:nvPr/>
              </p:nvCxnSpPr>
              <p:spPr>
                <a:xfrm flipV="1">
                  <a:off x="483385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직선 화살표 연결선 25">
                  <a:extLst>
                    <a:ext uri="{FF2B5EF4-FFF2-40B4-BE49-F238E27FC236}">
                      <a16:creationId xmlns:a16="http://schemas.microsoft.com/office/drawing/2014/main" id="{7CB3D31F-D625-69C8-DAB7-02F30A4AF5BD}"/>
                    </a:ext>
                  </a:extLst>
                </p:cNvPr>
                <p:cNvCxnSpPr/>
                <p:nvPr/>
              </p:nvCxnSpPr>
              <p:spPr>
                <a:xfrm flipV="1">
                  <a:off x="506715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직선 화살표 연결선 26">
                  <a:extLst>
                    <a:ext uri="{FF2B5EF4-FFF2-40B4-BE49-F238E27FC236}">
                      <a16:creationId xmlns:a16="http://schemas.microsoft.com/office/drawing/2014/main" id="{5AC2155B-53E7-2243-5DCD-FBD0E155DBC9}"/>
                    </a:ext>
                  </a:extLst>
                </p:cNvPr>
                <p:cNvCxnSpPr/>
                <p:nvPr/>
              </p:nvCxnSpPr>
              <p:spPr>
                <a:xfrm flipV="1">
                  <a:off x="413394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직선 화살표 연결선 27">
                  <a:extLst>
                    <a:ext uri="{FF2B5EF4-FFF2-40B4-BE49-F238E27FC236}">
                      <a16:creationId xmlns:a16="http://schemas.microsoft.com/office/drawing/2014/main" id="{3001F5EB-2D01-C7D9-F7C0-F62EB68BA8D8}"/>
                    </a:ext>
                  </a:extLst>
                </p:cNvPr>
                <p:cNvCxnSpPr/>
                <p:nvPr/>
              </p:nvCxnSpPr>
              <p:spPr>
                <a:xfrm flipV="1">
                  <a:off x="5300457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화살표 연결선 28">
                  <a:extLst>
                    <a:ext uri="{FF2B5EF4-FFF2-40B4-BE49-F238E27FC236}">
                      <a16:creationId xmlns:a16="http://schemas.microsoft.com/office/drawing/2014/main" id="{FB07EC7F-A4BB-5E5D-7C3B-21C68D56B9BA}"/>
                    </a:ext>
                  </a:extLst>
                </p:cNvPr>
                <p:cNvCxnSpPr/>
                <p:nvPr/>
              </p:nvCxnSpPr>
              <p:spPr>
                <a:xfrm flipV="1">
                  <a:off x="553376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직선 화살표 연결선 29">
                  <a:extLst>
                    <a:ext uri="{FF2B5EF4-FFF2-40B4-BE49-F238E27FC236}">
                      <a16:creationId xmlns:a16="http://schemas.microsoft.com/office/drawing/2014/main" id="{BDD4B185-F63E-E554-A572-B048080EC27B}"/>
                    </a:ext>
                  </a:extLst>
                </p:cNvPr>
                <p:cNvCxnSpPr/>
                <p:nvPr/>
              </p:nvCxnSpPr>
              <p:spPr>
                <a:xfrm flipV="1">
                  <a:off x="576706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직선 화살표 연결선 30">
                  <a:extLst>
                    <a:ext uri="{FF2B5EF4-FFF2-40B4-BE49-F238E27FC236}">
                      <a16:creationId xmlns:a16="http://schemas.microsoft.com/office/drawing/2014/main" id="{E05F2356-83CA-99E3-59BB-064A1B65366F}"/>
                    </a:ext>
                  </a:extLst>
                </p:cNvPr>
                <p:cNvCxnSpPr/>
                <p:nvPr/>
              </p:nvCxnSpPr>
              <p:spPr>
                <a:xfrm flipV="1">
                  <a:off x="600036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직선 화살표 연결선 31">
                  <a:extLst>
                    <a:ext uri="{FF2B5EF4-FFF2-40B4-BE49-F238E27FC236}">
                      <a16:creationId xmlns:a16="http://schemas.microsoft.com/office/drawing/2014/main" id="{AF000119-AA98-086E-90A5-C8BEFA6A28E2}"/>
                    </a:ext>
                  </a:extLst>
                </p:cNvPr>
                <p:cNvCxnSpPr/>
                <p:nvPr/>
              </p:nvCxnSpPr>
              <p:spPr>
                <a:xfrm flipV="1">
                  <a:off x="623366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화살표 연결선 32">
                  <a:extLst>
                    <a:ext uri="{FF2B5EF4-FFF2-40B4-BE49-F238E27FC236}">
                      <a16:creationId xmlns:a16="http://schemas.microsoft.com/office/drawing/2014/main" id="{02A1382A-4471-8B9F-2DE8-7251FC8B2226}"/>
                    </a:ext>
                  </a:extLst>
                </p:cNvPr>
                <p:cNvCxnSpPr/>
                <p:nvPr/>
              </p:nvCxnSpPr>
              <p:spPr>
                <a:xfrm flipV="1">
                  <a:off x="646697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화살표 연결선 33">
                  <a:extLst>
                    <a:ext uri="{FF2B5EF4-FFF2-40B4-BE49-F238E27FC236}">
                      <a16:creationId xmlns:a16="http://schemas.microsoft.com/office/drawing/2014/main" id="{E69B61DF-B249-1F6A-4F1D-20A2807D59F8}"/>
                    </a:ext>
                  </a:extLst>
                </p:cNvPr>
                <p:cNvCxnSpPr/>
                <p:nvPr/>
              </p:nvCxnSpPr>
              <p:spPr>
                <a:xfrm flipV="1">
                  <a:off x="670027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화살표 연결선 34">
                  <a:extLst>
                    <a:ext uri="{FF2B5EF4-FFF2-40B4-BE49-F238E27FC236}">
                      <a16:creationId xmlns:a16="http://schemas.microsoft.com/office/drawing/2014/main" id="{7652B7AB-04D1-0DBF-8EE5-AEAB40574EC8}"/>
                    </a:ext>
                  </a:extLst>
                </p:cNvPr>
                <p:cNvCxnSpPr/>
                <p:nvPr/>
              </p:nvCxnSpPr>
              <p:spPr>
                <a:xfrm flipV="1">
                  <a:off x="693357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화살표 연결선 35">
                  <a:extLst>
                    <a:ext uri="{FF2B5EF4-FFF2-40B4-BE49-F238E27FC236}">
                      <a16:creationId xmlns:a16="http://schemas.microsoft.com/office/drawing/2014/main" id="{33014CFB-D3B5-DB1F-8D52-0432A118B2EC}"/>
                    </a:ext>
                  </a:extLst>
                </p:cNvPr>
                <p:cNvCxnSpPr/>
                <p:nvPr/>
              </p:nvCxnSpPr>
              <p:spPr>
                <a:xfrm flipV="1">
                  <a:off x="716688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직선 화살표 연결선 36">
                  <a:extLst>
                    <a:ext uri="{FF2B5EF4-FFF2-40B4-BE49-F238E27FC236}">
                      <a16:creationId xmlns:a16="http://schemas.microsoft.com/office/drawing/2014/main" id="{287632A3-DC25-DC55-B4DF-90E0E914FE38}"/>
                    </a:ext>
                  </a:extLst>
                </p:cNvPr>
                <p:cNvCxnSpPr/>
                <p:nvPr/>
              </p:nvCxnSpPr>
              <p:spPr>
                <a:xfrm flipV="1">
                  <a:off x="740018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화살표 연결선 37">
                  <a:extLst>
                    <a:ext uri="{FF2B5EF4-FFF2-40B4-BE49-F238E27FC236}">
                      <a16:creationId xmlns:a16="http://schemas.microsoft.com/office/drawing/2014/main" id="{F88A66C6-73BD-7DAC-3C5C-5E50C0011EAF}"/>
                    </a:ext>
                  </a:extLst>
                </p:cNvPr>
                <p:cNvCxnSpPr/>
                <p:nvPr/>
              </p:nvCxnSpPr>
              <p:spPr>
                <a:xfrm flipV="1">
                  <a:off x="7633478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40C2B70-41D8-E9B0-D8DC-2A9832F35C7B}"/>
                    </a:ext>
                  </a:extLst>
                </p:cNvPr>
                <p:cNvSpPr txBox="1"/>
                <p:nvPr/>
              </p:nvSpPr>
              <p:spPr>
                <a:xfrm>
                  <a:off x="8254569" y="4056116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40" name="직선 화살표 연결선 39">
                  <a:extLst>
                    <a:ext uri="{FF2B5EF4-FFF2-40B4-BE49-F238E27FC236}">
                      <a16:creationId xmlns:a16="http://schemas.microsoft.com/office/drawing/2014/main" id="{E97B450C-84FD-776C-2E34-A07CF56079F4}"/>
                    </a:ext>
                  </a:extLst>
                </p:cNvPr>
                <p:cNvCxnSpPr/>
                <p:nvPr/>
              </p:nvCxnSpPr>
              <p:spPr>
                <a:xfrm>
                  <a:off x="2966610" y="4244723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화살표 연결선 40">
                  <a:extLst>
                    <a:ext uri="{FF2B5EF4-FFF2-40B4-BE49-F238E27FC236}">
                      <a16:creationId xmlns:a16="http://schemas.microsoft.com/office/drawing/2014/main" id="{8F28FA1A-79D7-F9BB-BF0D-91CD9454394C}"/>
                    </a:ext>
                  </a:extLst>
                </p:cNvPr>
                <p:cNvCxnSpPr/>
                <p:nvPr/>
              </p:nvCxnSpPr>
              <p:spPr>
                <a:xfrm flipV="1">
                  <a:off x="2967427" y="4047750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화살표 연결선 41">
                  <a:extLst>
                    <a:ext uri="{FF2B5EF4-FFF2-40B4-BE49-F238E27FC236}">
                      <a16:creationId xmlns:a16="http://schemas.microsoft.com/office/drawing/2014/main" id="{51A3D7B9-5E28-AA3C-5196-8540F718EE85}"/>
                    </a:ext>
                  </a:extLst>
                </p:cNvPr>
                <p:cNvCxnSpPr/>
                <p:nvPr/>
              </p:nvCxnSpPr>
              <p:spPr>
                <a:xfrm flipV="1">
                  <a:off x="320073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화살표 연결선 42">
                  <a:extLst>
                    <a:ext uri="{FF2B5EF4-FFF2-40B4-BE49-F238E27FC236}">
                      <a16:creationId xmlns:a16="http://schemas.microsoft.com/office/drawing/2014/main" id="{AFF469FB-C80E-5ADF-F94D-C4456680B838}"/>
                    </a:ext>
                  </a:extLst>
                </p:cNvPr>
                <p:cNvCxnSpPr/>
                <p:nvPr/>
              </p:nvCxnSpPr>
              <p:spPr>
                <a:xfrm flipV="1">
                  <a:off x="343403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화살표 연결선 43">
                  <a:extLst>
                    <a:ext uri="{FF2B5EF4-FFF2-40B4-BE49-F238E27FC236}">
                      <a16:creationId xmlns:a16="http://schemas.microsoft.com/office/drawing/2014/main" id="{E98F4869-9B8F-AD24-24D6-B53F5CECCFC9}"/>
                    </a:ext>
                  </a:extLst>
                </p:cNvPr>
                <p:cNvCxnSpPr/>
                <p:nvPr/>
              </p:nvCxnSpPr>
              <p:spPr>
                <a:xfrm flipV="1">
                  <a:off x="366733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화살표 연결선 44">
                  <a:extLst>
                    <a:ext uri="{FF2B5EF4-FFF2-40B4-BE49-F238E27FC236}">
                      <a16:creationId xmlns:a16="http://schemas.microsoft.com/office/drawing/2014/main" id="{6A36AED8-2BE6-4C0D-3568-EA9FE72766CC}"/>
                    </a:ext>
                  </a:extLst>
                </p:cNvPr>
                <p:cNvCxnSpPr/>
                <p:nvPr/>
              </p:nvCxnSpPr>
              <p:spPr>
                <a:xfrm flipV="1">
                  <a:off x="390063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직선 화살표 연결선 45">
                  <a:extLst>
                    <a:ext uri="{FF2B5EF4-FFF2-40B4-BE49-F238E27FC236}">
                      <a16:creationId xmlns:a16="http://schemas.microsoft.com/office/drawing/2014/main" id="{CA76757E-ADC5-90A5-5AF8-70807455CF5A}"/>
                    </a:ext>
                  </a:extLst>
                </p:cNvPr>
                <p:cNvCxnSpPr/>
                <p:nvPr/>
              </p:nvCxnSpPr>
              <p:spPr>
                <a:xfrm flipV="1">
                  <a:off x="436724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화살표 연결선 46">
                  <a:extLst>
                    <a:ext uri="{FF2B5EF4-FFF2-40B4-BE49-F238E27FC236}">
                      <a16:creationId xmlns:a16="http://schemas.microsoft.com/office/drawing/2014/main" id="{7EBC44C9-7D75-9175-B523-BB6A5B02E628}"/>
                    </a:ext>
                  </a:extLst>
                </p:cNvPr>
                <p:cNvCxnSpPr/>
                <p:nvPr/>
              </p:nvCxnSpPr>
              <p:spPr>
                <a:xfrm flipV="1">
                  <a:off x="460054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직선 화살표 연결선 47">
                  <a:extLst>
                    <a:ext uri="{FF2B5EF4-FFF2-40B4-BE49-F238E27FC236}">
                      <a16:creationId xmlns:a16="http://schemas.microsoft.com/office/drawing/2014/main" id="{CDB3C3E6-4077-63F6-4F99-FC1B980713B4}"/>
                    </a:ext>
                  </a:extLst>
                </p:cNvPr>
                <p:cNvCxnSpPr/>
                <p:nvPr/>
              </p:nvCxnSpPr>
              <p:spPr>
                <a:xfrm flipV="1">
                  <a:off x="483385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직선 화살표 연결선 48">
                  <a:extLst>
                    <a:ext uri="{FF2B5EF4-FFF2-40B4-BE49-F238E27FC236}">
                      <a16:creationId xmlns:a16="http://schemas.microsoft.com/office/drawing/2014/main" id="{D8C3D526-B5A1-2529-7A15-FD2D6B06A014}"/>
                    </a:ext>
                  </a:extLst>
                </p:cNvPr>
                <p:cNvCxnSpPr/>
                <p:nvPr/>
              </p:nvCxnSpPr>
              <p:spPr>
                <a:xfrm flipV="1">
                  <a:off x="506715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화살표 연결선 49">
                  <a:extLst>
                    <a:ext uri="{FF2B5EF4-FFF2-40B4-BE49-F238E27FC236}">
                      <a16:creationId xmlns:a16="http://schemas.microsoft.com/office/drawing/2014/main" id="{CEA9AD3B-5D02-8F13-9142-802A4E4F38B0}"/>
                    </a:ext>
                  </a:extLst>
                </p:cNvPr>
                <p:cNvCxnSpPr/>
                <p:nvPr/>
              </p:nvCxnSpPr>
              <p:spPr>
                <a:xfrm flipV="1">
                  <a:off x="413394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화살표 연결선 50">
                  <a:extLst>
                    <a:ext uri="{FF2B5EF4-FFF2-40B4-BE49-F238E27FC236}">
                      <a16:creationId xmlns:a16="http://schemas.microsoft.com/office/drawing/2014/main" id="{B8A2FE58-90D1-8694-D866-B7308B865CE6}"/>
                    </a:ext>
                  </a:extLst>
                </p:cNvPr>
                <p:cNvCxnSpPr/>
                <p:nvPr/>
              </p:nvCxnSpPr>
              <p:spPr>
                <a:xfrm flipV="1">
                  <a:off x="5300457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화살표 연결선 51">
                  <a:extLst>
                    <a:ext uri="{FF2B5EF4-FFF2-40B4-BE49-F238E27FC236}">
                      <a16:creationId xmlns:a16="http://schemas.microsoft.com/office/drawing/2014/main" id="{8F128297-B36D-E9AD-24EA-AC11F22FB686}"/>
                    </a:ext>
                  </a:extLst>
                </p:cNvPr>
                <p:cNvCxnSpPr/>
                <p:nvPr/>
              </p:nvCxnSpPr>
              <p:spPr>
                <a:xfrm flipV="1">
                  <a:off x="553376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화살표 연결선 52">
                  <a:extLst>
                    <a:ext uri="{FF2B5EF4-FFF2-40B4-BE49-F238E27FC236}">
                      <a16:creationId xmlns:a16="http://schemas.microsoft.com/office/drawing/2014/main" id="{4CCAB6A7-EBC3-4617-3E6E-85FB393F0BC1}"/>
                    </a:ext>
                  </a:extLst>
                </p:cNvPr>
                <p:cNvCxnSpPr/>
                <p:nvPr/>
              </p:nvCxnSpPr>
              <p:spPr>
                <a:xfrm flipV="1">
                  <a:off x="576706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화살표 연결선 53">
                  <a:extLst>
                    <a:ext uri="{FF2B5EF4-FFF2-40B4-BE49-F238E27FC236}">
                      <a16:creationId xmlns:a16="http://schemas.microsoft.com/office/drawing/2014/main" id="{7550D38D-1B90-2D17-1B93-3F483590BBEA}"/>
                    </a:ext>
                  </a:extLst>
                </p:cNvPr>
                <p:cNvCxnSpPr/>
                <p:nvPr/>
              </p:nvCxnSpPr>
              <p:spPr>
                <a:xfrm flipV="1">
                  <a:off x="600036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D22CC2F2-49CA-2732-2902-008A1B26A3E6}"/>
                    </a:ext>
                  </a:extLst>
                </p:cNvPr>
                <p:cNvCxnSpPr/>
                <p:nvPr/>
              </p:nvCxnSpPr>
              <p:spPr>
                <a:xfrm flipV="1">
                  <a:off x="623366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화살표 연결선 55">
                  <a:extLst>
                    <a:ext uri="{FF2B5EF4-FFF2-40B4-BE49-F238E27FC236}">
                      <a16:creationId xmlns:a16="http://schemas.microsoft.com/office/drawing/2014/main" id="{77C10219-F302-6202-5B29-D6A95FF1546C}"/>
                    </a:ext>
                  </a:extLst>
                </p:cNvPr>
                <p:cNvCxnSpPr/>
                <p:nvPr/>
              </p:nvCxnSpPr>
              <p:spPr>
                <a:xfrm flipV="1">
                  <a:off x="646697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화살표 연결선 56">
                  <a:extLst>
                    <a:ext uri="{FF2B5EF4-FFF2-40B4-BE49-F238E27FC236}">
                      <a16:creationId xmlns:a16="http://schemas.microsoft.com/office/drawing/2014/main" id="{6491A265-4F13-6474-632A-A75C37B0D992}"/>
                    </a:ext>
                  </a:extLst>
                </p:cNvPr>
                <p:cNvCxnSpPr/>
                <p:nvPr/>
              </p:nvCxnSpPr>
              <p:spPr>
                <a:xfrm flipV="1">
                  <a:off x="670027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화살표 연결선 57">
                  <a:extLst>
                    <a:ext uri="{FF2B5EF4-FFF2-40B4-BE49-F238E27FC236}">
                      <a16:creationId xmlns:a16="http://schemas.microsoft.com/office/drawing/2014/main" id="{8BB54306-0016-E0DA-B033-25273BDBAA38}"/>
                    </a:ext>
                  </a:extLst>
                </p:cNvPr>
                <p:cNvCxnSpPr/>
                <p:nvPr/>
              </p:nvCxnSpPr>
              <p:spPr>
                <a:xfrm flipV="1">
                  <a:off x="693357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화살표 연결선 58">
                  <a:extLst>
                    <a:ext uri="{FF2B5EF4-FFF2-40B4-BE49-F238E27FC236}">
                      <a16:creationId xmlns:a16="http://schemas.microsoft.com/office/drawing/2014/main" id="{B4BED1A2-AB0A-11D3-41A4-685108D28324}"/>
                    </a:ext>
                  </a:extLst>
                </p:cNvPr>
                <p:cNvCxnSpPr/>
                <p:nvPr/>
              </p:nvCxnSpPr>
              <p:spPr>
                <a:xfrm flipV="1">
                  <a:off x="716688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직선 화살표 연결선 59">
                  <a:extLst>
                    <a:ext uri="{FF2B5EF4-FFF2-40B4-BE49-F238E27FC236}">
                      <a16:creationId xmlns:a16="http://schemas.microsoft.com/office/drawing/2014/main" id="{EF812A8D-F4EB-1707-05DF-5FDE71643682}"/>
                    </a:ext>
                  </a:extLst>
                </p:cNvPr>
                <p:cNvCxnSpPr/>
                <p:nvPr/>
              </p:nvCxnSpPr>
              <p:spPr>
                <a:xfrm flipV="1">
                  <a:off x="740018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직선 화살표 연결선 60">
                  <a:extLst>
                    <a:ext uri="{FF2B5EF4-FFF2-40B4-BE49-F238E27FC236}">
                      <a16:creationId xmlns:a16="http://schemas.microsoft.com/office/drawing/2014/main" id="{12AE4CDD-8619-2EFD-54A0-3874038E4C4A}"/>
                    </a:ext>
                  </a:extLst>
                </p:cNvPr>
                <p:cNvCxnSpPr/>
                <p:nvPr/>
              </p:nvCxnSpPr>
              <p:spPr>
                <a:xfrm flipV="1">
                  <a:off x="7633478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4456279-4EA2-625B-45C6-5C54F680798B}"/>
                    </a:ext>
                  </a:extLst>
                </p:cNvPr>
                <p:cNvSpPr txBox="1"/>
                <p:nvPr/>
              </p:nvSpPr>
              <p:spPr>
                <a:xfrm>
                  <a:off x="8254569" y="4988011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63" name="직선 화살표 연결선 62">
                  <a:extLst>
                    <a:ext uri="{FF2B5EF4-FFF2-40B4-BE49-F238E27FC236}">
                      <a16:creationId xmlns:a16="http://schemas.microsoft.com/office/drawing/2014/main" id="{6244FB36-1D5A-3EBD-9F5F-6FABA9EE1B63}"/>
                    </a:ext>
                  </a:extLst>
                </p:cNvPr>
                <p:cNvCxnSpPr/>
                <p:nvPr/>
              </p:nvCxnSpPr>
              <p:spPr>
                <a:xfrm>
                  <a:off x="2966610" y="5176618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8" name="직선 화살표 연결선 967">
                  <a:extLst>
                    <a:ext uri="{FF2B5EF4-FFF2-40B4-BE49-F238E27FC236}">
                      <a16:creationId xmlns:a16="http://schemas.microsoft.com/office/drawing/2014/main" id="{0FFF6B0B-54FF-A8F5-56C3-FD68CE38B42D}"/>
                    </a:ext>
                  </a:extLst>
                </p:cNvPr>
                <p:cNvCxnSpPr/>
                <p:nvPr/>
              </p:nvCxnSpPr>
              <p:spPr>
                <a:xfrm flipV="1">
                  <a:off x="2967427" y="4979645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9" name="직선 화살표 연결선 968">
                  <a:extLst>
                    <a:ext uri="{FF2B5EF4-FFF2-40B4-BE49-F238E27FC236}">
                      <a16:creationId xmlns:a16="http://schemas.microsoft.com/office/drawing/2014/main" id="{CE658BAC-D5C2-D52E-F9D2-31E98592DE99}"/>
                    </a:ext>
                  </a:extLst>
                </p:cNvPr>
                <p:cNvCxnSpPr/>
                <p:nvPr/>
              </p:nvCxnSpPr>
              <p:spPr>
                <a:xfrm flipV="1">
                  <a:off x="320073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0" name="직선 화살표 연결선 969">
                  <a:extLst>
                    <a:ext uri="{FF2B5EF4-FFF2-40B4-BE49-F238E27FC236}">
                      <a16:creationId xmlns:a16="http://schemas.microsoft.com/office/drawing/2014/main" id="{13A0F71D-D21C-AE1B-4B19-69BE3D201F9F}"/>
                    </a:ext>
                  </a:extLst>
                </p:cNvPr>
                <p:cNvCxnSpPr/>
                <p:nvPr/>
              </p:nvCxnSpPr>
              <p:spPr>
                <a:xfrm flipV="1">
                  <a:off x="343403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1" name="직선 화살표 연결선 970">
                  <a:extLst>
                    <a:ext uri="{FF2B5EF4-FFF2-40B4-BE49-F238E27FC236}">
                      <a16:creationId xmlns:a16="http://schemas.microsoft.com/office/drawing/2014/main" id="{95DDB00C-3343-C89A-D230-1F1DB747647C}"/>
                    </a:ext>
                  </a:extLst>
                </p:cNvPr>
                <p:cNvCxnSpPr/>
                <p:nvPr/>
              </p:nvCxnSpPr>
              <p:spPr>
                <a:xfrm flipV="1">
                  <a:off x="366733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2" name="직선 화살표 연결선 971">
                  <a:extLst>
                    <a:ext uri="{FF2B5EF4-FFF2-40B4-BE49-F238E27FC236}">
                      <a16:creationId xmlns:a16="http://schemas.microsoft.com/office/drawing/2014/main" id="{2320875A-9F4A-ACC4-108C-8FEBB4BD28FB}"/>
                    </a:ext>
                  </a:extLst>
                </p:cNvPr>
                <p:cNvCxnSpPr/>
                <p:nvPr/>
              </p:nvCxnSpPr>
              <p:spPr>
                <a:xfrm flipV="1">
                  <a:off x="390063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3" name="직선 화살표 연결선 972">
                  <a:extLst>
                    <a:ext uri="{FF2B5EF4-FFF2-40B4-BE49-F238E27FC236}">
                      <a16:creationId xmlns:a16="http://schemas.microsoft.com/office/drawing/2014/main" id="{AF3C83B8-9058-8713-F867-8365D27B181D}"/>
                    </a:ext>
                  </a:extLst>
                </p:cNvPr>
                <p:cNvCxnSpPr/>
                <p:nvPr/>
              </p:nvCxnSpPr>
              <p:spPr>
                <a:xfrm flipV="1">
                  <a:off x="436724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4" name="직선 화살표 연결선 973">
                  <a:extLst>
                    <a:ext uri="{FF2B5EF4-FFF2-40B4-BE49-F238E27FC236}">
                      <a16:creationId xmlns:a16="http://schemas.microsoft.com/office/drawing/2014/main" id="{ECB9FA80-EF4C-2B92-E1D0-828C408E6D11}"/>
                    </a:ext>
                  </a:extLst>
                </p:cNvPr>
                <p:cNvCxnSpPr/>
                <p:nvPr/>
              </p:nvCxnSpPr>
              <p:spPr>
                <a:xfrm flipV="1">
                  <a:off x="459918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5" name="직선 화살표 연결선 974">
                  <a:extLst>
                    <a:ext uri="{FF2B5EF4-FFF2-40B4-BE49-F238E27FC236}">
                      <a16:creationId xmlns:a16="http://schemas.microsoft.com/office/drawing/2014/main" id="{46C3419D-4647-4405-79A9-541F6368E8B8}"/>
                    </a:ext>
                  </a:extLst>
                </p:cNvPr>
                <p:cNvCxnSpPr/>
                <p:nvPr/>
              </p:nvCxnSpPr>
              <p:spPr>
                <a:xfrm flipV="1">
                  <a:off x="483385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6" name="직선 화살표 연결선 975">
                  <a:extLst>
                    <a:ext uri="{FF2B5EF4-FFF2-40B4-BE49-F238E27FC236}">
                      <a16:creationId xmlns:a16="http://schemas.microsoft.com/office/drawing/2014/main" id="{C8E3393F-98D0-6C7D-A511-D63C9F37952C}"/>
                    </a:ext>
                  </a:extLst>
                </p:cNvPr>
                <p:cNvCxnSpPr/>
                <p:nvPr/>
              </p:nvCxnSpPr>
              <p:spPr>
                <a:xfrm flipV="1">
                  <a:off x="506715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7" name="직선 화살표 연결선 976">
                  <a:extLst>
                    <a:ext uri="{FF2B5EF4-FFF2-40B4-BE49-F238E27FC236}">
                      <a16:creationId xmlns:a16="http://schemas.microsoft.com/office/drawing/2014/main" id="{5B9F94C1-0E12-F39D-C9C3-DBB94B8CC321}"/>
                    </a:ext>
                  </a:extLst>
                </p:cNvPr>
                <p:cNvCxnSpPr/>
                <p:nvPr/>
              </p:nvCxnSpPr>
              <p:spPr>
                <a:xfrm flipV="1">
                  <a:off x="4131089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8" name="직선 화살표 연결선 977">
                  <a:extLst>
                    <a:ext uri="{FF2B5EF4-FFF2-40B4-BE49-F238E27FC236}">
                      <a16:creationId xmlns:a16="http://schemas.microsoft.com/office/drawing/2014/main" id="{42A9D049-98B0-FA3A-310D-B66ADDC15ACD}"/>
                    </a:ext>
                  </a:extLst>
                </p:cNvPr>
                <p:cNvCxnSpPr/>
                <p:nvPr/>
              </p:nvCxnSpPr>
              <p:spPr>
                <a:xfrm flipV="1">
                  <a:off x="5302800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9" name="직선 화살표 연결선 978">
                  <a:extLst>
                    <a:ext uri="{FF2B5EF4-FFF2-40B4-BE49-F238E27FC236}">
                      <a16:creationId xmlns:a16="http://schemas.microsoft.com/office/drawing/2014/main" id="{0C3F38EE-2F40-9465-C6C9-845F6DBE95E3}"/>
                    </a:ext>
                  </a:extLst>
                </p:cNvPr>
                <p:cNvCxnSpPr/>
                <p:nvPr/>
              </p:nvCxnSpPr>
              <p:spPr>
                <a:xfrm flipV="1">
                  <a:off x="553376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0" name="직선 화살표 연결선 979">
                  <a:extLst>
                    <a:ext uri="{FF2B5EF4-FFF2-40B4-BE49-F238E27FC236}">
                      <a16:creationId xmlns:a16="http://schemas.microsoft.com/office/drawing/2014/main" id="{111C16CD-0C92-5BCE-7B94-8C3125CD761D}"/>
                    </a:ext>
                  </a:extLst>
                </p:cNvPr>
                <p:cNvCxnSpPr/>
                <p:nvPr/>
              </p:nvCxnSpPr>
              <p:spPr>
                <a:xfrm flipV="1">
                  <a:off x="576706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1" name="직선 화살표 연결선 980">
                  <a:extLst>
                    <a:ext uri="{FF2B5EF4-FFF2-40B4-BE49-F238E27FC236}">
                      <a16:creationId xmlns:a16="http://schemas.microsoft.com/office/drawing/2014/main" id="{CDF6733F-78EC-E3ED-0A71-92D285D11498}"/>
                    </a:ext>
                  </a:extLst>
                </p:cNvPr>
                <p:cNvCxnSpPr/>
                <p:nvPr/>
              </p:nvCxnSpPr>
              <p:spPr>
                <a:xfrm flipV="1">
                  <a:off x="600036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2" name="직선 화살표 연결선 981">
                  <a:extLst>
                    <a:ext uri="{FF2B5EF4-FFF2-40B4-BE49-F238E27FC236}">
                      <a16:creationId xmlns:a16="http://schemas.microsoft.com/office/drawing/2014/main" id="{B21088BC-2784-C6D8-6361-026511E3A50A}"/>
                    </a:ext>
                  </a:extLst>
                </p:cNvPr>
                <p:cNvCxnSpPr/>
                <p:nvPr/>
              </p:nvCxnSpPr>
              <p:spPr>
                <a:xfrm flipV="1">
                  <a:off x="623366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3" name="직선 화살표 연결선 982">
                  <a:extLst>
                    <a:ext uri="{FF2B5EF4-FFF2-40B4-BE49-F238E27FC236}">
                      <a16:creationId xmlns:a16="http://schemas.microsoft.com/office/drawing/2014/main" id="{8A11E566-6A46-D5AE-C616-6743B9226F91}"/>
                    </a:ext>
                  </a:extLst>
                </p:cNvPr>
                <p:cNvCxnSpPr/>
                <p:nvPr/>
              </p:nvCxnSpPr>
              <p:spPr>
                <a:xfrm flipV="1">
                  <a:off x="6466972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4" name="직선 화살표 연결선 983">
                  <a:extLst>
                    <a:ext uri="{FF2B5EF4-FFF2-40B4-BE49-F238E27FC236}">
                      <a16:creationId xmlns:a16="http://schemas.microsoft.com/office/drawing/2014/main" id="{E5B68F93-9C8B-B521-B464-0C0E45E91C22}"/>
                    </a:ext>
                  </a:extLst>
                </p:cNvPr>
                <p:cNvCxnSpPr/>
                <p:nvPr/>
              </p:nvCxnSpPr>
              <p:spPr>
                <a:xfrm flipV="1">
                  <a:off x="670027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직선 화살표 연결선 984">
                  <a:extLst>
                    <a:ext uri="{FF2B5EF4-FFF2-40B4-BE49-F238E27FC236}">
                      <a16:creationId xmlns:a16="http://schemas.microsoft.com/office/drawing/2014/main" id="{80EA4B16-3A0D-F2D7-B34D-C9D335F05F4F}"/>
                    </a:ext>
                  </a:extLst>
                </p:cNvPr>
                <p:cNvCxnSpPr/>
                <p:nvPr/>
              </p:nvCxnSpPr>
              <p:spPr>
                <a:xfrm flipV="1">
                  <a:off x="6933578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6" name="직선 화살표 연결선 985">
                  <a:extLst>
                    <a:ext uri="{FF2B5EF4-FFF2-40B4-BE49-F238E27FC236}">
                      <a16:creationId xmlns:a16="http://schemas.microsoft.com/office/drawing/2014/main" id="{5651CA88-D9CE-50A3-D2DB-247797B6D512}"/>
                    </a:ext>
                  </a:extLst>
                </p:cNvPr>
                <p:cNvCxnSpPr/>
                <p:nvPr/>
              </p:nvCxnSpPr>
              <p:spPr>
                <a:xfrm flipV="1">
                  <a:off x="716688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7" name="직선 화살표 연결선 986">
                  <a:extLst>
                    <a:ext uri="{FF2B5EF4-FFF2-40B4-BE49-F238E27FC236}">
                      <a16:creationId xmlns:a16="http://schemas.microsoft.com/office/drawing/2014/main" id="{2FA7FE08-B3F9-D8DD-C418-760907AB0964}"/>
                    </a:ext>
                  </a:extLst>
                </p:cNvPr>
                <p:cNvCxnSpPr/>
                <p:nvPr/>
              </p:nvCxnSpPr>
              <p:spPr>
                <a:xfrm flipV="1">
                  <a:off x="740018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8" name="직선 화살표 연결선 987">
                  <a:extLst>
                    <a:ext uri="{FF2B5EF4-FFF2-40B4-BE49-F238E27FC236}">
                      <a16:creationId xmlns:a16="http://schemas.microsoft.com/office/drawing/2014/main" id="{B298B20F-467F-2BBD-CCDF-DEE3F775F3C1}"/>
                    </a:ext>
                  </a:extLst>
                </p:cNvPr>
                <p:cNvCxnSpPr/>
                <p:nvPr/>
              </p:nvCxnSpPr>
              <p:spPr>
                <a:xfrm flipV="1">
                  <a:off x="7633478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89" name="TextBox 988">
                  <a:extLst>
                    <a:ext uri="{FF2B5EF4-FFF2-40B4-BE49-F238E27FC236}">
                      <a16:creationId xmlns:a16="http://schemas.microsoft.com/office/drawing/2014/main" id="{289FC9D2-E4BF-A0C6-885D-BCE0C05A6740}"/>
                    </a:ext>
                  </a:extLst>
                </p:cNvPr>
                <p:cNvSpPr txBox="1"/>
                <p:nvPr/>
              </p:nvSpPr>
              <p:spPr>
                <a:xfrm>
                  <a:off x="2492281" y="3124841"/>
                  <a:ext cx="436338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H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90" name="TextBox 989">
                  <a:extLst>
                    <a:ext uri="{FF2B5EF4-FFF2-40B4-BE49-F238E27FC236}">
                      <a16:creationId xmlns:a16="http://schemas.microsoft.com/office/drawing/2014/main" id="{898CDFE8-D4C6-AE80-D5A9-3D234059DFFA}"/>
                    </a:ext>
                  </a:extLst>
                </p:cNvPr>
                <p:cNvSpPr txBox="1"/>
                <p:nvPr/>
              </p:nvSpPr>
              <p:spPr>
                <a:xfrm>
                  <a:off x="2492280" y="4988011"/>
                  <a:ext cx="44916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 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91" name="TextBox 990">
                  <a:extLst>
                    <a:ext uri="{FF2B5EF4-FFF2-40B4-BE49-F238E27FC236}">
                      <a16:creationId xmlns:a16="http://schemas.microsoft.com/office/drawing/2014/main" id="{D68D1F76-4CF8-4FBE-0E38-2D8F4A5BF7EE}"/>
                    </a:ext>
                  </a:extLst>
                </p:cNvPr>
                <p:cNvSpPr txBox="1"/>
                <p:nvPr/>
              </p:nvSpPr>
              <p:spPr>
                <a:xfrm>
                  <a:off x="2466200" y="3967755"/>
                  <a:ext cx="450764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92" name="직사각형 991">
                  <a:extLst>
                    <a:ext uri="{FF2B5EF4-FFF2-40B4-BE49-F238E27FC236}">
                      <a16:creationId xmlns:a16="http://schemas.microsoft.com/office/drawing/2014/main" id="{4851CDE5-6E92-475B-861A-749CFF12BD20}"/>
                    </a:ext>
                  </a:extLst>
                </p:cNvPr>
                <p:cNvSpPr/>
                <p:nvPr/>
              </p:nvSpPr>
              <p:spPr>
                <a:xfrm>
                  <a:off x="4132856" y="3019533"/>
                  <a:ext cx="234389" cy="279270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93" name="직사각형 992">
                  <a:extLst>
                    <a:ext uri="{FF2B5EF4-FFF2-40B4-BE49-F238E27FC236}">
                      <a16:creationId xmlns:a16="http://schemas.microsoft.com/office/drawing/2014/main" id="{76C0D240-0007-F0CE-8925-E5C2746645A8}"/>
                    </a:ext>
                  </a:extLst>
                </p:cNvPr>
                <p:cNvSpPr/>
                <p:nvPr/>
              </p:nvSpPr>
              <p:spPr>
                <a:xfrm>
                  <a:off x="2967076" y="4890557"/>
                  <a:ext cx="698088" cy="28409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94" name="직사각형 993">
                  <a:extLst>
                    <a:ext uri="{FF2B5EF4-FFF2-40B4-BE49-F238E27FC236}">
                      <a16:creationId xmlns:a16="http://schemas.microsoft.com/office/drawing/2014/main" id="{8DDC56E2-83AA-D8DB-DB79-0B740B54F01C}"/>
                    </a:ext>
                  </a:extLst>
                </p:cNvPr>
                <p:cNvSpPr/>
                <p:nvPr/>
              </p:nvSpPr>
              <p:spPr>
                <a:xfrm>
                  <a:off x="3669508" y="4890557"/>
                  <a:ext cx="463077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995" name="직선 화살표 연결선 994">
                  <a:extLst>
                    <a:ext uri="{FF2B5EF4-FFF2-40B4-BE49-F238E27FC236}">
                      <a16:creationId xmlns:a16="http://schemas.microsoft.com/office/drawing/2014/main" id="{10DA79B1-2CF2-E7FE-E0BE-250C91522F57}"/>
                    </a:ext>
                  </a:extLst>
                </p:cNvPr>
                <p:cNvCxnSpPr/>
                <p:nvPr/>
              </p:nvCxnSpPr>
              <p:spPr>
                <a:xfrm>
                  <a:off x="3665164" y="4723098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6" name="TextBox 995">
                  <a:extLst>
                    <a:ext uri="{FF2B5EF4-FFF2-40B4-BE49-F238E27FC236}">
                      <a16:creationId xmlns:a16="http://schemas.microsoft.com/office/drawing/2014/main" id="{6A363944-9D1A-5081-B561-652FE79FE663}"/>
                    </a:ext>
                  </a:extLst>
                </p:cNvPr>
                <p:cNvSpPr txBox="1"/>
                <p:nvPr/>
              </p:nvSpPr>
              <p:spPr>
                <a:xfrm>
                  <a:off x="3396192" y="4499050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997" name="직선 화살표 연결선 996">
                  <a:extLst>
                    <a:ext uri="{FF2B5EF4-FFF2-40B4-BE49-F238E27FC236}">
                      <a16:creationId xmlns:a16="http://schemas.microsoft.com/office/drawing/2014/main" id="{C0DA2E07-0BB7-7069-9A37-8E82E240D431}"/>
                    </a:ext>
                  </a:extLst>
                </p:cNvPr>
                <p:cNvCxnSpPr/>
                <p:nvPr/>
              </p:nvCxnSpPr>
              <p:spPr>
                <a:xfrm>
                  <a:off x="4366407" y="2838926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8" name="TextBox 997">
                  <a:extLst>
                    <a:ext uri="{FF2B5EF4-FFF2-40B4-BE49-F238E27FC236}">
                      <a16:creationId xmlns:a16="http://schemas.microsoft.com/office/drawing/2014/main" id="{79D4E059-0BF4-CAE0-2C12-6599A754412A}"/>
                    </a:ext>
                  </a:extLst>
                </p:cNvPr>
                <p:cNvSpPr txBox="1"/>
                <p:nvPr/>
              </p:nvSpPr>
              <p:spPr>
                <a:xfrm>
                  <a:off x="4097435" y="2614878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99" name="직사각형 998">
                  <a:extLst>
                    <a:ext uri="{FF2B5EF4-FFF2-40B4-BE49-F238E27FC236}">
                      <a16:creationId xmlns:a16="http://schemas.microsoft.com/office/drawing/2014/main" id="{4CBAC582-15F6-6F9B-A462-D70444C27678}"/>
                    </a:ext>
                  </a:extLst>
                </p:cNvPr>
                <p:cNvSpPr/>
                <p:nvPr/>
              </p:nvSpPr>
              <p:spPr>
                <a:xfrm>
                  <a:off x="5301944" y="4887794"/>
                  <a:ext cx="1398332" cy="28882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00" name="직사각형 999">
                  <a:extLst>
                    <a:ext uri="{FF2B5EF4-FFF2-40B4-BE49-F238E27FC236}">
                      <a16:creationId xmlns:a16="http://schemas.microsoft.com/office/drawing/2014/main" id="{29FF4454-06E0-F904-7891-4BF5EFFB7D60}"/>
                    </a:ext>
                  </a:extLst>
                </p:cNvPr>
                <p:cNvSpPr/>
                <p:nvPr/>
              </p:nvSpPr>
              <p:spPr>
                <a:xfrm>
                  <a:off x="6700950" y="3016738"/>
                  <a:ext cx="701130" cy="284058"/>
                </a:xfrm>
                <a:prstGeom prst="rect">
                  <a:avLst/>
                </a:prstGeom>
                <a:pattFill prst="dkUpDiag">
                  <a:fgClr>
                    <a:schemeClr val="accent1"/>
                  </a:fgClr>
                  <a:bgClr>
                    <a:schemeClr val="bg1"/>
                  </a:bgClr>
                </a:pattFill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01" name="직사각형 1000">
                  <a:extLst>
                    <a:ext uri="{FF2B5EF4-FFF2-40B4-BE49-F238E27FC236}">
                      <a16:creationId xmlns:a16="http://schemas.microsoft.com/office/drawing/2014/main" id="{63248C7B-E660-6BAD-D409-9469AF4699DB}"/>
                    </a:ext>
                  </a:extLst>
                </p:cNvPr>
                <p:cNvSpPr/>
                <p:nvPr/>
              </p:nvSpPr>
              <p:spPr>
                <a:xfrm>
                  <a:off x="7404604" y="3016737"/>
                  <a:ext cx="228873" cy="284091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1002" name="직선 화살표 연결선 1001">
                  <a:extLst>
                    <a:ext uri="{FF2B5EF4-FFF2-40B4-BE49-F238E27FC236}">
                      <a16:creationId xmlns:a16="http://schemas.microsoft.com/office/drawing/2014/main" id="{D564353B-7ED6-BD0B-27B1-293939F0B2E0}"/>
                    </a:ext>
                  </a:extLst>
                </p:cNvPr>
                <p:cNvCxnSpPr/>
                <p:nvPr/>
              </p:nvCxnSpPr>
              <p:spPr>
                <a:xfrm>
                  <a:off x="7395927" y="2837324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2D8E1C2F-DB3F-0050-1717-B8D2941454E6}"/>
                    </a:ext>
                  </a:extLst>
                </p:cNvPr>
                <p:cNvSpPr txBox="1"/>
                <p:nvPr/>
              </p:nvSpPr>
              <p:spPr>
                <a:xfrm>
                  <a:off x="7000028" y="2613276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1004" name="직선 화살표 연결선 1003">
                  <a:extLst>
                    <a:ext uri="{FF2B5EF4-FFF2-40B4-BE49-F238E27FC236}">
                      <a16:creationId xmlns:a16="http://schemas.microsoft.com/office/drawing/2014/main" id="{0CA89381-88CB-7C63-0EA0-38ABC796C4FD}"/>
                    </a:ext>
                  </a:extLst>
                </p:cNvPr>
                <p:cNvCxnSpPr/>
                <p:nvPr/>
              </p:nvCxnSpPr>
              <p:spPr>
                <a:xfrm>
                  <a:off x="6702644" y="4716741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C4519D29-114C-58CF-3DC5-B5D85D59B852}"/>
                    </a:ext>
                  </a:extLst>
                </p:cNvPr>
                <p:cNvSpPr txBox="1"/>
                <p:nvPr/>
              </p:nvSpPr>
              <p:spPr>
                <a:xfrm>
                  <a:off x="6306745" y="4492693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06" name="직사각형 1005">
                  <a:extLst>
                    <a:ext uri="{FF2B5EF4-FFF2-40B4-BE49-F238E27FC236}">
                      <a16:creationId xmlns:a16="http://schemas.microsoft.com/office/drawing/2014/main" id="{5D1C41FE-4C93-E2C5-C7E2-66F921703FA1}"/>
                    </a:ext>
                  </a:extLst>
                </p:cNvPr>
                <p:cNvSpPr/>
                <p:nvPr/>
              </p:nvSpPr>
              <p:spPr>
                <a:xfrm>
                  <a:off x="4600433" y="3956469"/>
                  <a:ext cx="700015" cy="288253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07" name="직사각형 1006">
                  <a:extLst>
                    <a:ext uri="{FF2B5EF4-FFF2-40B4-BE49-F238E27FC236}">
                      <a16:creationId xmlns:a16="http://schemas.microsoft.com/office/drawing/2014/main" id="{818D0508-BEFE-DCAB-987D-9705F1436BE0}"/>
                    </a:ext>
                  </a:extLst>
                </p:cNvPr>
                <p:cNvSpPr/>
                <p:nvPr/>
              </p:nvSpPr>
              <p:spPr>
                <a:xfrm>
                  <a:off x="4367237" y="4890557"/>
                  <a:ext cx="231943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1008" name="직선 화살표 연결선 1007">
                  <a:extLst>
                    <a:ext uri="{FF2B5EF4-FFF2-40B4-BE49-F238E27FC236}">
                      <a16:creationId xmlns:a16="http://schemas.microsoft.com/office/drawing/2014/main" id="{C5D537D5-AD7B-A636-3121-71A10AACC2CF}"/>
                    </a:ext>
                  </a:extLst>
                </p:cNvPr>
                <p:cNvCxnSpPr/>
                <p:nvPr/>
              </p:nvCxnSpPr>
              <p:spPr>
                <a:xfrm flipV="1">
                  <a:off x="2966610" y="4645153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9" name="직선 화살표 연결선 1008">
                  <a:extLst>
                    <a:ext uri="{FF2B5EF4-FFF2-40B4-BE49-F238E27FC236}">
                      <a16:creationId xmlns:a16="http://schemas.microsoft.com/office/drawing/2014/main" id="{EF125C6B-7234-A361-BC29-DBE6F3C0C00E}"/>
                    </a:ext>
                  </a:extLst>
                </p:cNvPr>
                <p:cNvCxnSpPr/>
                <p:nvPr/>
              </p:nvCxnSpPr>
              <p:spPr>
                <a:xfrm flipV="1">
                  <a:off x="4130331" y="2754666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10" name="직선 화살표 연결선 1009">
                  <a:extLst>
                    <a:ext uri="{FF2B5EF4-FFF2-40B4-BE49-F238E27FC236}">
                      <a16:creationId xmlns:a16="http://schemas.microsoft.com/office/drawing/2014/main" id="{774B1AD7-E314-3B49-AD58-BB6D8075BADF}"/>
                    </a:ext>
                  </a:extLst>
                </p:cNvPr>
                <p:cNvCxnSpPr/>
                <p:nvPr/>
              </p:nvCxnSpPr>
              <p:spPr>
                <a:xfrm flipV="1">
                  <a:off x="4600490" y="3707565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직선 화살표 연결선 10">
                <a:extLst>
                  <a:ext uri="{FF2B5EF4-FFF2-40B4-BE49-F238E27FC236}">
                    <a16:creationId xmlns:a16="http://schemas.microsoft.com/office/drawing/2014/main" id="{C3E564CE-91CB-8772-86C0-E69FD0B58589}"/>
                  </a:ext>
                </a:extLst>
              </p:cNvPr>
              <p:cNvCxnSpPr/>
              <p:nvPr/>
            </p:nvCxnSpPr>
            <p:spPr>
              <a:xfrm flipV="1">
                <a:off x="5967633" y="4935126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9ADE3D34-8F85-8010-E92D-CD7FF3082E72}"/>
                  </a:ext>
                </a:extLst>
              </p:cNvPr>
              <p:cNvCxnSpPr/>
              <p:nvPr/>
            </p:nvCxnSpPr>
            <p:spPr>
              <a:xfrm flipV="1">
                <a:off x="5968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직선 화살표 연결선 12">
                <a:extLst>
                  <a:ext uri="{FF2B5EF4-FFF2-40B4-BE49-F238E27FC236}">
                    <a16:creationId xmlns:a16="http://schemas.microsoft.com/office/drawing/2014/main" id="{1525D4FD-0295-BFD7-0321-019D9CF77EA2}"/>
                  </a:ext>
                </a:extLst>
              </p:cNvPr>
              <p:cNvCxnSpPr/>
              <p:nvPr/>
            </p:nvCxnSpPr>
            <p:spPr>
              <a:xfrm flipV="1">
                <a:off x="5734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00ADF70D-9774-BFF9-D612-2C6DAA627601}"/>
                  </a:ext>
                </a:extLst>
              </p:cNvPr>
              <p:cNvCxnSpPr/>
              <p:nvPr/>
            </p:nvCxnSpPr>
            <p:spPr>
              <a:xfrm flipV="1">
                <a:off x="5734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4A895CCD-27BC-5D58-93B7-C03CC293AB56}"/>
                  </a:ext>
                </a:extLst>
              </p:cNvPr>
              <p:cNvCxnSpPr/>
              <p:nvPr/>
            </p:nvCxnSpPr>
            <p:spPr>
              <a:xfrm flipV="1">
                <a:off x="5968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90BE636-FC88-759D-14F9-D1B155A12F59}"/>
                </a:ext>
              </a:extLst>
            </p:cNvPr>
            <p:cNvSpPr/>
            <p:nvPr/>
          </p:nvSpPr>
          <p:spPr>
            <a:xfrm>
              <a:off x="5502110" y="4723043"/>
              <a:ext cx="234000" cy="284091"/>
            </a:xfrm>
            <a:prstGeom prst="rect">
              <a:avLst/>
            </a:prstGeom>
            <a:ln w="12700"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011" name="직선 화살표 연결선 1010">
            <a:extLst>
              <a:ext uri="{FF2B5EF4-FFF2-40B4-BE49-F238E27FC236}">
                <a16:creationId xmlns:a16="http://schemas.microsoft.com/office/drawing/2014/main" id="{71435D38-B37F-C439-8E7E-50E49776E5B3}"/>
              </a:ext>
            </a:extLst>
          </p:cNvPr>
          <p:cNvCxnSpPr>
            <a:cxnSpLocks/>
          </p:cNvCxnSpPr>
          <p:nvPr/>
        </p:nvCxnSpPr>
        <p:spPr>
          <a:xfrm flipV="1">
            <a:off x="2233227" y="2997665"/>
            <a:ext cx="2333705" cy="40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2" name="TextBox 1011">
            <a:extLst>
              <a:ext uri="{FF2B5EF4-FFF2-40B4-BE49-F238E27FC236}">
                <a16:creationId xmlns:a16="http://schemas.microsoft.com/office/drawing/2014/main" id="{F1626761-0D32-01F5-43B3-231C15DA94CD}"/>
              </a:ext>
            </a:extLst>
          </p:cNvPr>
          <p:cNvSpPr txBox="1"/>
          <p:nvPr/>
        </p:nvSpPr>
        <p:spPr>
          <a:xfrm>
            <a:off x="2598350" y="2730488"/>
            <a:ext cx="1596912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Unbounded Blocking</a:t>
            </a:r>
            <a:endParaRPr lang="ko-KR" altLang="en-US" sz="12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3" name="TextBox 1012">
            <a:extLst>
              <a:ext uri="{FF2B5EF4-FFF2-40B4-BE49-F238E27FC236}">
                <a16:creationId xmlns:a16="http://schemas.microsoft.com/office/drawing/2014/main" id="{AE780684-950D-B8B5-3972-445AD5EF36BF}"/>
              </a:ext>
            </a:extLst>
          </p:cNvPr>
          <p:cNvSpPr txBox="1"/>
          <p:nvPr/>
        </p:nvSpPr>
        <p:spPr>
          <a:xfrm>
            <a:off x="10694499" y="4148269"/>
            <a:ext cx="12395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500" dirty="0">
                <a:solidFill>
                  <a:srgbClr val="FF0000"/>
                </a:solidFill>
              </a:rPr>
              <a:t>Unbounded Blocking</a:t>
            </a:r>
            <a:endParaRPr kumimoji="1" lang="ko-Kore-KR" altLang="en-US" sz="1500" dirty="0">
              <a:solidFill>
                <a:srgbClr val="FF0000"/>
              </a:solidFill>
            </a:endParaRPr>
          </a:p>
        </p:txBody>
      </p:sp>
      <p:sp>
        <p:nvSpPr>
          <p:cNvPr id="1014" name="오른쪽 중괄호[R] 5">
            <a:extLst>
              <a:ext uri="{FF2B5EF4-FFF2-40B4-BE49-F238E27FC236}">
                <a16:creationId xmlns:a16="http://schemas.microsoft.com/office/drawing/2014/main" id="{0FF606A8-D528-55CF-EC23-ECD5266A14AF}"/>
              </a:ext>
            </a:extLst>
          </p:cNvPr>
          <p:cNvSpPr/>
          <p:nvPr/>
        </p:nvSpPr>
        <p:spPr>
          <a:xfrm>
            <a:off x="10461265" y="3764032"/>
            <a:ext cx="272830" cy="1338294"/>
          </a:xfrm>
          <a:prstGeom prst="rightBrace">
            <a:avLst>
              <a:gd name="adj1" fmla="val 4279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17" name="타원 1016">
            <a:extLst>
              <a:ext uri="{FF2B5EF4-FFF2-40B4-BE49-F238E27FC236}">
                <a16:creationId xmlns:a16="http://schemas.microsoft.com/office/drawing/2014/main" id="{E8C56D56-C2ED-A20B-EDEA-661820ABFE95}"/>
              </a:ext>
            </a:extLst>
          </p:cNvPr>
          <p:cNvSpPr/>
          <p:nvPr/>
        </p:nvSpPr>
        <p:spPr>
          <a:xfrm>
            <a:off x="2809783" y="3463923"/>
            <a:ext cx="727735" cy="98561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8" name="타원 1017">
            <a:extLst>
              <a:ext uri="{FF2B5EF4-FFF2-40B4-BE49-F238E27FC236}">
                <a16:creationId xmlns:a16="http://schemas.microsoft.com/office/drawing/2014/main" id="{ECA45AA8-D6E9-803A-CD87-295A772CD3CA}"/>
              </a:ext>
            </a:extLst>
          </p:cNvPr>
          <p:cNvSpPr/>
          <p:nvPr/>
        </p:nvSpPr>
        <p:spPr>
          <a:xfrm>
            <a:off x="5131326" y="2521010"/>
            <a:ext cx="727735" cy="98561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3066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48CF4460-5AAF-096A-2F08-370A1D0837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882"/>
          <a:stretch/>
        </p:blipFill>
        <p:spPr>
          <a:xfrm>
            <a:off x="7660607" y="2032090"/>
            <a:ext cx="4340927" cy="445792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Review.</a:t>
            </a:r>
            <a:r>
              <a:rPr lang="ko-KR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dirty="0">
                <a:ea typeface="Tahoma" panose="020B0604030504040204" pitchFamily="34" charset="0"/>
              </a:rPr>
              <a:t>Deadlock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C11A6-C286-DA18-EAD3-D2F4457D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ko-KR" altLang="en-US" dirty="0"/>
              <a:t>두 </a:t>
            </a:r>
            <a:r>
              <a:rPr kumimoji="1" lang="en-US" altLang="ko-KR" dirty="0"/>
              <a:t>task</a:t>
            </a:r>
            <a:r>
              <a:rPr kumimoji="1" lang="ko-KR" altLang="en-US" dirty="0"/>
              <a:t>가 서로 </a:t>
            </a:r>
            <a:r>
              <a:rPr kumimoji="1" lang="en-US" altLang="ko-KR" dirty="0"/>
              <a:t>Lock </a:t>
            </a:r>
            <a:r>
              <a:rPr kumimoji="1" lang="ko-KR" altLang="en-US" dirty="0"/>
              <a:t>해제를 대기</a:t>
            </a:r>
            <a:endParaRPr kumimoji="1"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F028B00-CD7F-D430-A0C4-AE64F97C098D}"/>
              </a:ext>
            </a:extLst>
          </p:cNvPr>
          <p:cNvGrpSpPr/>
          <p:nvPr/>
        </p:nvGrpSpPr>
        <p:grpSpPr>
          <a:xfrm>
            <a:off x="333021" y="2833826"/>
            <a:ext cx="7092854" cy="2093342"/>
            <a:chOff x="2521167" y="2872743"/>
            <a:chExt cx="7092854" cy="209334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BE95AF-E0AC-BA75-5B78-09151754EF87}"/>
                </a:ext>
              </a:extLst>
            </p:cNvPr>
            <p:cNvSpPr txBox="1"/>
            <p:nvPr/>
          </p:nvSpPr>
          <p:spPr>
            <a:xfrm>
              <a:off x="8859517" y="3432592"/>
              <a:ext cx="754504" cy="4221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Time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C5C12144-4715-4D50-DB84-87C9036C3FC1}"/>
                </a:ext>
              </a:extLst>
            </p:cNvPr>
            <p:cNvCxnSpPr/>
            <p:nvPr/>
          </p:nvCxnSpPr>
          <p:spPr>
            <a:xfrm>
              <a:off x="3069123" y="3648197"/>
              <a:ext cx="5841390" cy="0"/>
            </a:xfrm>
            <a:prstGeom prst="straightConnector1">
              <a:avLst/>
            </a:prstGeom>
            <a:ln w="12700"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93FAF9BB-6189-1BB7-31A6-867EDBD5F026}"/>
                </a:ext>
              </a:extLst>
            </p:cNvPr>
            <p:cNvCxnSpPr/>
            <p:nvPr/>
          </p:nvCxnSpPr>
          <p:spPr>
            <a:xfrm flipV="1">
              <a:off x="3070018" y="3423028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8287EDAA-F29C-BE25-7613-5A36D7ACC340}"/>
                </a:ext>
              </a:extLst>
            </p:cNvPr>
            <p:cNvCxnSpPr/>
            <p:nvPr/>
          </p:nvCxnSpPr>
          <p:spPr>
            <a:xfrm flipV="1">
              <a:off x="3325488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BA2ED7B-3FD2-08B8-B6BE-74C2610C5F1A}"/>
                </a:ext>
              </a:extLst>
            </p:cNvPr>
            <p:cNvCxnSpPr/>
            <p:nvPr/>
          </p:nvCxnSpPr>
          <p:spPr>
            <a:xfrm flipV="1">
              <a:off x="3580959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B6DDC10D-4E1C-CA3A-1DE1-23ABD94047F9}"/>
                </a:ext>
              </a:extLst>
            </p:cNvPr>
            <p:cNvCxnSpPr/>
            <p:nvPr/>
          </p:nvCxnSpPr>
          <p:spPr>
            <a:xfrm flipV="1">
              <a:off x="3836429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6FA99DDA-3CBA-B827-F51C-EAB448DCA790}"/>
                </a:ext>
              </a:extLst>
            </p:cNvPr>
            <p:cNvCxnSpPr/>
            <p:nvPr/>
          </p:nvCxnSpPr>
          <p:spPr>
            <a:xfrm flipV="1">
              <a:off x="4091899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F20DF385-113B-3179-AC67-F82A54DF79BD}"/>
                </a:ext>
              </a:extLst>
            </p:cNvPr>
            <p:cNvCxnSpPr/>
            <p:nvPr/>
          </p:nvCxnSpPr>
          <p:spPr>
            <a:xfrm flipV="1">
              <a:off x="4602840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F2A0E514-749B-8B91-59AB-3E2E66451409}"/>
                </a:ext>
              </a:extLst>
            </p:cNvPr>
            <p:cNvCxnSpPr/>
            <p:nvPr/>
          </p:nvCxnSpPr>
          <p:spPr>
            <a:xfrm flipV="1">
              <a:off x="4858310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6DA42AA7-3FA0-426D-DAA4-A652F907327C}"/>
                </a:ext>
              </a:extLst>
            </p:cNvPr>
            <p:cNvCxnSpPr/>
            <p:nvPr/>
          </p:nvCxnSpPr>
          <p:spPr>
            <a:xfrm flipV="1">
              <a:off x="5113780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865E2CC4-A07E-2203-9BEA-01352F1D6F5C}"/>
                </a:ext>
              </a:extLst>
            </p:cNvPr>
            <p:cNvCxnSpPr/>
            <p:nvPr/>
          </p:nvCxnSpPr>
          <p:spPr>
            <a:xfrm flipV="1">
              <a:off x="5369250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1C13523A-AF90-CDEA-13EA-38649EF0BB49}"/>
                </a:ext>
              </a:extLst>
            </p:cNvPr>
            <p:cNvCxnSpPr/>
            <p:nvPr/>
          </p:nvCxnSpPr>
          <p:spPr>
            <a:xfrm flipV="1">
              <a:off x="4347369" y="3432593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22D685E9-F6E4-115D-B6E2-70CA8D1BFC80}"/>
                </a:ext>
              </a:extLst>
            </p:cNvPr>
            <p:cNvCxnSpPr/>
            <p:nvPr/>
          </p:nvCxnSpPr>
          <p:spPr>
            <a:xfrm flipV="1">
              <a:off x="5624721" y="3432593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ED7FCDB5-0741-E5DF-D50D-ED974E6D3621}"/>
                </a:ext>
              </a:extLst>
            </p:cNvPr>
            <p:cNvCxnSpPr/>
            <p:nvPr/>
          </p:nvCxnSpPr>
          <p:spPr>
            <a:xfrm flipV="1">
              <a:off x="5880191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87AE83DD-4A8C-648B-8DE1-FEC73746DC70}"/>
                </a:ext>
              </a:extLst>
            </p:cNvPr>
            <p:cNvCxnSpPr/>
            <p:nvPr/>
          </p:nvCxnSpPr>
          <p:spPr>
            <a:xfrm flipV="1">
              <a:off x="6135661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291E7C0B-BAFF-FD9F-8F4C-D3634BACBC5E}"/>
                </a:ext>
              </a:extLst>
            </p:cNvPr>
            <p:cNvCxnSpPr/>
            <p:nvPr/>
          </p:nvCxnSpPr>
          <p:spPr>
            <a:xfrm flipV="1">
              <a:off x="6391132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3CBCE191-0228-891E-A45B-6FA8D036D73A}"/>
                </a:ext>
              </a:extLst>
            </p:cNvPr>
            <p:cNvCxnSpPr/>
            <p:nvPr/>
          </p:nvCxnSpPr>
          <p:spPr>
            <a:xfrm flipV="1">
              <a:off x="6646602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직선 화살표 연결선 95">
              <a:extLst>
                <a:ext uri="{FF2B5EF4-FFF2-40B4-BE49-F238E27FC236}">
                  <a16:creationId xmlns:a16="http://schemas.microsoft.com/office/drawing/2014/main" id="{1AEFCEA2-1DF3-0177-39BC-EB87993B9DDD}"/>
                </a:ext>
              </a:extLst>
            </p:cNvPr>
            <p:cNvCxnSpPr/>
            <p:nvPr/>
          </p:nvCxnSpPr>
          <p:spPr>
            <a:xfrm flipV="1">
              <a:off x="6902072" y="3432593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0E2D01DD-95A1-263D-4FCE-38BD2555043D}"/>
                </a:ext>
              </a:extLst>
            </p:cNvPr>
            <p:cNvCxnSpPr/>
            <p:nvPr/>
          </p:nvCxnSpPr>
          <p:spPr>
            <a:xfrm flipV="1">
              <a:off x="7157542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직선 화살표 연결선 97">
              <a:extLst>
                <a:ext uri="{FF2B5EF4-FFF2-40B4-BE49-F238E27FC236}">
                  <a16:creationId xmlns:a16="http://schemas.microsoft.com/office/drawing/2014/main" id="{113D33AA-C77A-3DBE-698C-D469561E53A7}"/>
                </a:ext>
              </a:extLst>
            </p:cNvPr>
            <p:cNvCxnSpPr/>
            <p:nvPr/>
          </p:nvCxnSpPr>
          <p:spPr>
            <a:xfrm flipV="1">
              <a:off x="7413013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9D3A7EDE-D516-8E0C-D115-A3DD170C66A1}"/>
                </a:ext>
              </a:extLst>
            </p:cNvPr>
            <p:cNvCxnSpPr/>
            <p:nvPr/>
          </p:nvCxnSpPr>
          <p:spPr>
            <a:xfrm flipV="1">
              <a:off x="7668483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직선 화살표 연결선 99">
              <a:extLst>
                <a:ext uri="{FF2B5EF4-FFF2-40B4-BE49-F238E27FC236}">
                  <a16:creationId xmlns:a16="http://schemas.microsoft.com/office/drawing/2014/main" id="{1E909255-55F7-9446-956F-2E426358E7C1}"/>
                </a:ext>
              </a:extLst>
            </p:cNvPr>
            <p:cNvCxnSpPr/>
            <p:nvPr/>
          </p:nvCxnSpPr>
          <p:spPr>
            <a:xfrm flipV="1">
              <a:off x="7923953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8E018919-8F9F-17FA-BA35-4E570A5D446E}"/>
                </a:ext>
              </a:extLst>
            </p:cNvPr>
            <p:cNvCxnSpPr/>
            <p:nvPr/>
          </p:nvCxnSpPr>
          <p:spPr>
            <a:xfrm flipV="1">
              <a:off x="8179413" y="3432593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299BB92-2968-3E8C-3962-1D4DB7A222D3}"/>
                </a:ext>
              </a:extLst>
            </p:cNvPr>
            <p:cNvSpPr txBox="1"/>
            <p:nvPr/>
          </p:nvSpPr>
          <p:spPr>
            <a:xfrm>
              <a:off x="8859517" y="4515746"/>
              <a:ext cx="754504" cy="4221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Time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06" name="직선 화살표 연결선 105">
              <a:extLst>
                <a:ext uri="{FF2B5EF4-FFF2-40B4-BE49-F238E27FC236}">
                  <a16:creationId xmlns:a16="http://schemas.microsoft.com/office/drawing/2014/main" id="{4F9219CB-1016-F606-B246-5D5F07F45AD9}"/>
                </a:ext>
              </a:extLst>
            </p:cNvPr>
            <p:cNvCxnSpPr/>
            <p:nvPr/>
          </p:nvCxnSpPr>
          <p:spPr>
            <a:xfrm>
              <a:off x="3069123" y="4731351"/>
              <a:ext cx="5841390" cy="0"/>
            </a:xfrm>
            <a:prstGeom prst="straightConnector1">
              <a:avLst/>
            </a:prstGeom>
            <a:ln w="12700"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C8E90453-6831-4365-B7E5-592C0E647B6A}"/>
                </a:ext>
              </a:extLst>
            </p:cNvPr>
            <p:cNvCxnSpPr/>
            <p:nvPr/>
          </p:nvCxnSpPr>
          <p:spPr>
            <a:xfrm flipV="1">
              <a:off x="3070018" y="4506183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E9989D58-1FAA-86C6-1A21-A6634B944372}"/>
                </a:ext>
              </a:extLst>
            </p:cNvPr>
            <p:cNvCxnSpPr/>
            <p:nvPr/>
          </p:nvCxnSpPr>
          <p:spPr>
            <a:xfrm flipV="1">
              <a:off x="3325488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170A0E14-D57D-696B-5DB7-46D4DD6E877B}"/>
                </a:ext>
              </a:extLst>
            </p:cNvPr>
            <p:cNvCxnSpPr/>
            <p:nvPr/>
          </p:nvCxnSpPr>
          <p:spPr>
            <a:xfrm flipV="1">
              <a:off x="3580959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ADBED634-3AA4-6DE7-5C8A-80D557CB64CF}"/>
                </a:ext>
              </a:extLst>
            </p:cNvPr>
            <p:cNvCxnSpPr/>
            <p:nvPr/>
          </p:nvCxnSpPr>
          <p:spPr>
            <a:xfrm flipV="1">
              <a:off x="3836429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4AABA61D-5BA6-7CD8-9D53-F23274665A67}"/>
                </a:ext>
              </a:extLst>
            </p:cNvPr>
            <p:cNvCxnSpPr/>
            <p:nvPr/>
          </p:nvCxnSpPr>
          <p:spPr>
            <a:xfrm flipV="1">
              <a:off x="4091899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직선 화살표 연결선 124">
              <a:extLst>
                <a:ext uri="{FF2B5EF4-FFF2-40B4-BE49-F238E27FC236}">
                  <a16:creationId xmlns:a16="http://schemas.microsoft.com/office/drawing/2014/main" id="{D367F8AD-CDA0-FF85-6481-D9852E79E4A9}"/>
                </a:ext>
              </a:extLst>
            </p:cNvPr>
            <p:cNvCxnSpPr/>
            <p:nvPr/>
          </p:nvCxnSpPr>
          <p:spPr>
            <a:xfrm flipV="1">
              <a:off x="4602840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직선 화살표 연결선 125">
              <a:extLst>
                <a:ext uri="{FF2B5EF4-FFF2-40B4-BE49-F238E27FC236}">
                  <a16:creationId xmlns:a16="http://schemas.microsoft.com/office/drawing/2014/main" id="{66ACACF0-00E8-751A-9AB4-434E223FA6F6}"/>
                </a:ext>
              </a:extLst>
            </p:cNvPr>
            <p:cNvCxnSpPr/>
            <p:nvPr/>
          </p:nvCxnSpPr>
          <p:spPr>
            <a:xfrm flipV="1">
              <a:off x="4858310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화살표 연결선 126">
              <a:extLst>
                <a:ext uri="{FF2B5EF4-FFF2-40B4-BE49-F238E27FC236}">
                  <a16:creationId xmlns:a16="http://schemas.microsoft.com/office/drawing/2014/main" id="{7D6EF965-0FFE-0594-6633-E46C004738E1}"/>
                </a:ext>
              </a:extLst>
            </p:cNvPr>
            <p:cNvCxnSpPr/>
            <p:nvPr/>
          </p:nvCxnSpPr>
          <p:spPr>
            <a:xfrm flipV="1">
              <a:off x="5113780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C120BC66-CEC0-268E-B661-7DDD11466541}"/>
                </a:ext>
              </a:extLst>
            </p:cNvPr>
            <p:cNvCxnSpPr/>
            <p:nvPr/>
          </p:nvCxnSpPr>
          <p:spPr>
            <a:xfrm flipV="1">
              <a:off x="5369250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직선 화살표 연결선 128">
              <a:extLst>
                <a:ext uri="{FF2B5EF4-FFF2-40B4-BE49-F238E27FC236}">
                  <a16:creationId xmlns:a16="http://schemas.microsoft.com/office/drawing/2014/main" id="{332083C0-1925-16FF-1F2C-AC0B1307F768}"/>
                </a:ext>
              </a:extLst>
            </p:cNvPr>
            <p:cNvCxnSpPr/>
            <p:nvPr/>
          </p:nvCxnSpPr>
          <p:spPr>
            <a:xfrm flipV="1">
              <a:off x="4347369" y="4515747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화살표 연결선 131">
              <a:extLst>
                <a:ext uri="{FF2B5EF4-FFF2-40B4-BE49-F238E27FC236}">
                  <a16:creationId xmlns:a16="http://schemas.microsoft.com/office/drawing/2014/main" id="{D7C0AD4A-E73C-92E3-380B-6DB5F432A65F}"/>
                </a:ext>
              </a:extLst>
            </p:cNvPr>
            <p:cNvCxnSpPr/>
            <p:nvPr/>
          </p:nvCxnSpPr>
          <p:spPr>
            <a:xfrm flipV="1">
              <a:off x="5626510" y="4515747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직선 화살표 연결선 139">
              <a:extLst>
                <a:ext uri="{FF2B5EF4-FFF2-40B4-BE49-F238E27FC236}">
                  <a16:creationId xmlns:a16="http://schemas.microsoft.com/office/drawing/2014/main" id="{7D8E1264-D5B7-FCFD-6D82-D85499E97771}"/>
                </a:ext>
              </a:extLst>
            </p:cNvPr>
            <p:cNvCxnSpPr/>
            <p:nvPr/>
          </p:nvCxnSpPr>
          <p:spPr>
            <a:xfrm flipV="1">
              <a:off x="5880191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직선 화살표 연결선 140">
              <a:extLst>
                <a:ext uri="{FF2B5EF4-FFF2-40B4-BE49-F238E27FC236}">
                  <a16:creationId xmlns:a16="http://schemas.microsoft.com/office/drawing/2014/main" id="{C0FEE0CC-4FAC-D6C1-6A7E-9B736081D8D3}"/>
                </a:ext>
              </a:extLst>
            </p:cNvPr>
            <p:cNvCxnSpPr/>
            <p:nvPr/>
          </p:nvCxnSpPr>
          <p:spPr>
            <a:xfrm flipV="1">
              <a:off x="6135661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직선 화살표 연결선 141">
              <a:extLst>
                <a:ext uri="{FF2B5EF4-FFF2-40B4-BE49-F238E27FC236}">
                  <a16:creationId xmlns:a16="http://schemas.microsoft.com/office/drawing/2014/main" id="{7A67EDA6-988A-FBEC-AF0D-D63F55A0B4CC}"/>
                </a:ext>
              </a:extLst>
            </p:cNvPr>
            <p:cNvCxnSpPr/>
            <p:nvPr/>
          </p:nvCxnSpPr>
          <p:spPr>
            <a:xfrm flipV="1">
              <a:off x="6391132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직선 화살표 연결선 142">
              <a:extLst>
                <a:ext uri="{FF2B5EF4-FFF2-40B4-BE49-F238E27FC236}">
                  <a16:creationId xmlns:a16="http://schemas.microsoft.com/office/drawing/2014/main" id="{B601AFA7-BFD9-A9A1-4800-4074D669E2CB}"/>
                </a:ext>
              </a:extLst>
            </p:cNvPr>
            <p:cNvCxnSpPr/>
            <p:nvPr/>
          </p:nvCxnSpPr>
          <p:spPr>
            <a:xfrm flipV="1">
              <a:off x="6646602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화살표 연결선 143">
              <a:extLst>
                <a:ext uri="{FF2B5EF4-FFF2-40B4-BE49-F238E27FC236}">
                  <a16:creationId xmlns:a16="http://schemas.microsoft.com/office/drawing/2014/main" id="{C0F27E76-5409-8D09-95E1-72CCA5E37209}"/>
                </a:ext>
              </a:extLst>
            </p:cNvPr>
            <p:cNvCxnSpPr/>
            <p:nvPr/>
          </p:nvCxnSpPr>
          <p:spPr>
            <a:xfrm flipV="1">
              <a:off x="6902072" y="4515747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직선 화살표 연결선 144">
              <a:extLst>
                <a:ext uri="{FF2B5EF4-FFF2-40B4-BE49-F238E27FC236}">
                  <a16:creationId xmlns:a16="http://schemas.microsoft.com/office/drawing/2014/main" id="{8798B80E-4D5B-FDF7-3F78-BDC0B5A1CCEB}"/>
                </a:ext>
              </a:extLst>
            </p:cNvPr>
            <p:cNvCxnSpPr/>
            <p:nvPr/>
          </p:nvCxnSpPr>
          <p:spPr>
            <a:xfrm flipV="1">
              <a:off x="7157542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D39941FC-310B-7CCA-7DB2-4DDCB7952A93}"/>
                </a:ext>
              </a:extLst>
            </p:cNvPr>
            <p:cNvCxnSpPr/>
            <p:nvPr/>
          </p:nvCxnSpPr>
          <p:spPr>
            <a:xfrm flipV="1">
              <a:off x="7413013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직선 화살표 연결선 146">
              <a:extLst>
                <a:ext uri="{FF2B5EF4-FFF2-40B4-BE49-F238E27FC236}">
                  <a16:creationId xmlns:a16="http://schemas.microsoft.com/office/drawing/2014/main" id="{08B794DD-595C-27C0-1B3B-5E79B734801A}"/>
                </a:ext>
              </a:extLst>
            </p:cNvPr>
            <p:cNvCxnSpPr/>
            <p:nvPr/>
          </p:nvCxnSpPr>
          <p:spPr>
            <a:xfrm flipV="1">
              <a:off x="7668483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직선 화살표 연결선 147">
              <a:extLst>
                <a:ext uri="{FF2B5EF4-FFF2-40B4-BE49-F238E27FC236}">
                  <a16:creationId xmlns:a16="http://schemas.microsoft.com/office/drawing/2014/main" id="{5BA8AB3F-D47A-F586-6035-7EBC730601ED}"/>
                </a:ext>
              </a:extLst>
            </p:cNvPr>
            <p:cNvCxnSpPr/>
            <p:nvPr/>
          </p:nvCxnSpPr>
          <p:spPr>
            <a:xfrm flipV="1">
              <a:off x="7923953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직선 화살표 연결선 148">
              <a:extLst>
                <a:ext uri="{FF2B5EF4-FFF2-40B4-BE49-F238E27FC236}">
                  <a16:creationId xmlns:a16="http://schemas.microsoft.com/office/drawing/2014/main" id="{43173A3B-F19A-5C10-B212-7A4D460F8A3F}"/>
                </a:ext>
              </a:extLst>
            </p:cNvPr>
            <p:cNvCxnSpPr/>
            <p:nvPr/>
          </p:nvCxnSpPr>
          <p:spPr>
            <a:xfrm flipV="1">
              <a:off x="8179413" y="4515747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AD473DD-907E-39DC-9CDC-81F2CDA7ED0C}"/>
                </a:ext>
              </a:extLst>
            </p:cNvPr>
            <p:cNvSpPr txBox="1"/>
            <p:nvPr/>
          </p:nvSpPr>
          <p:spPr>
            <a:xfrm>
              <a:off x="2549726" y="3451166"/>
              <a:ext cx="477797" cy="4221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66E3719-C231-0EAD-3CA1-23A8606117CC}"/>
                </a:ext>
              </a:extLst>
            </p:cNvPr>
            <p:cNvSpPr txBox="1"/>
            <p:nvPr/>
          </p:nvSpPr>
          <p:spPr>
            <a:xfrm>
              <a:off x="2521167" y="4414737"/>
              <a:ext cx="449712" cy="4221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C73242B2-BB9A-6756-F4B2-15E87E4A4938}"/>
                </a:ext>
              </a:extLst>
            </p:cNvPr>
            <p:cNvCxnSpPr/>
            <p:nvPr/>
          </p:nvCxnSpPr>
          <p:spPr>
            <a:xfrm flipV="1">
              <a:off x="4091899" y="4132341"/>
              <a:ext cx="0" cy="62753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직선 화살표 연결선 155">
              <a:extLst>
                <a:ext uri="{FF2B5EF4-FFF2-40B4-BE49-F238E27FC236}">
                  <a16:creationId xmlns:a16="http://schemas.microsoft.com/office/drawing/2014/main" id="{125FD689-E480-2A0B-DEED-15132CCABBB7}"/>
                </a:ext>
              </a:extLst>
            </p:cNvPr>
            <p:cNvCxnSpPr/>
            <p:nvPr/>
          </p:nvCxnSpPr>
          <p:spPr>
            <a:xfrm>
              <a:off x="4346492" y="4204257"/>
              <a:ext cx="0" cy="191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79">
              <a:extLst>
                <a:ext uri="{FF2B5EF4-FFF2-40B4-BE49-F238E27FC236}">
                  <a16:creationId xmlns:a16="http://schemas.microsoft.com/office/drawing/2014/main" id="{A2985FF0-5D61-2868-13CB-FFA6EA53D0E1}"/>
                </a:ext>
              </a:extLst>
            </p:cNvPr>
            <p:cNvSpPr txBox="1"/>
            <p:nvPr/>
          </p:nvSpPr>
          <p:spPr>
            <a:xfrm>
              <a:off x="4082968" y="3939279"/>
              <a:ext cx="890294" cy="31664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Lock(M2)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58" name="직선 화살표 연결선 157">
              <a:extLst>
                <a:ext uri="{FF2B5EF4-FFF2-40B4-BE49-F238E27FC236}">
                  <a16:creationId xmlns:a16="http://schemas.microsoft.com/office/drawing/2014/main" id="{AA361361-0A18-CC50-9B36-0F81DF3043C4}"/>
                </a:ext>
              </a:extLst>
            </p:cNvPr>
            <p:cNvCxnSpPr/>
            <p:nvPr/>
          </p:nvCxnSpPr>
          <p:spPr>
            <a:xfrm>
              <a:off x="4864660" y="3121593"/>
              <a:ext cx="0" cy="191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81">
              <a:extLst>
                <a:ext uri="{FF2B5EF4-FFF2-40B4-BE49-F238E27FC236}">
                  <a16:creationId xmlns:a16="http://schemas.microsoft.com/office/drawing/2014/main" id="{1A9D469A-FF71-DA75-5EEA-872114074673}"/>
                </a:ext>
              </a:extLst>
            </p:cNvPr>
            <p:cNvSpPr txBox="1"/>
            <p:nvPr/>
          </p:nvSpPr>
          <p:spPr>
            <a:xfrm>
              <a:off x="4546466" y="2872743"/>
              <a:ext cx="890294" cy="31664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Lock(M1)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60" name="직선 화살표 연결선 159">
              <a:extLst>
                <a:ext uri="{FF2B5EF4-FFF2-40B4-BE49-F238E27FC236}">
                  <a16:creationId xmlns:a16="http://schemas.microsoft.com/office/drawing/2014/main" id="{BAE3C959-46C3-CA9B-2545-E7824675680D}"/>
                </a:ext>
              </a:extLst>
            </p:cNvPr>
            <p:cNvCxnSpPr/>
            <p:nvPr/>
          </p:nvCxnSpPr>
          <p:spPr>
            <a:xfrm>
              <a:off x="5882069" y="4216584"/>
              <a:ext cx="0" cy="191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79">
              <a:extLst>
                <a:ext uri="{FF2B5EF4-FFF2-40B4-BE49-F238E27FC236}">
                  <a16:creationId xmlns:a16="http://schemas.microsoft.com/office/drawing/2014/main" id="{62B388EC-400E-BC6F-B1C4-63FC8D7A4D7E}"/>
                </a:ext>
              </a:extLst>
            </p:cNvPr>
            <p:cNvSpPr txBox="1"/>
            <p:nvPr/>
          </p:nvSpPr>
          <p:spPr>
            <a:xfrm>
              <a:off x="5515610" y="3938290"/>
              <a:ext cx="1171285" cy="31664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Try Lock(M1)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62" name="직선 화살표 연결선 161">
              <a:extLst>
                <a:ext uri="{FF2B5EF4-FFF2-40B4-BE49-F238E27FC236}">
                  <a16:creationId xmlns:a16="http://schemas.microsoft.com/office/drawing/2014/main" id="{033F9250-0630-4479-C2B8-0C5D5D7DA4BB}"/>
                </a:ext>
              </a:extLst>
            </p:cNvPr>
            <p:cNvCxnSpPr/>
            <p:nvPr/>
          </p:nvCxnSpPr>
          <p:spPr>
            <a:xfrm>
              <a:off x="5641442" y="3113014"/>
              <a:ext cx="0" cy="191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텍스트 상자 240">
              <a:extLst>
                <a:ext uri="{FF2B5EF4-FFF2-40B4-BE49-F238E27FC236}">
                  <a16:creationId xmlns:a16="http://schemas.microsoft.com/office/drawing/2014/main" id="{6504FAE1-D9E5-FAAC-64C9-28BFD759687B}"/>
                </a:ext>
              </a:extLst>
            </p:cNvPr>
            <p:cNvSpPr txBox="1"/>
            <p:nvPr/>
          </p:nvSpPr>
          <p:spPr>
            <a:xfrm>
              <a:off x="5577622" y="3267511"/>
              <a:ext cx="349658" cy="422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</a:t>
              </a:r>
              <a:endParaRPr kumimoji="1"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26" name="텍스트 상자 330">
              <a:extLst>
                <a:ext uri="{FF2B5EF4-FFF2-40B4-BE49-F238E27FC236}">
                  <a16:creationId xmlns:a16="http://schemas.microsoft.com/office/drawing/2014/main" id="{C1A45BBE-8B67-22B6-9CA7-4C81770C5D45}"/>
                </a:ext>
              </a:extLst>
            </p:cNvPr>
            <p:cNvSpPr txBox="1"/>
            <p:nvPr/>
          </p:nvSpPr>
          <p:spPr>
            <a:xfrm>
              <a:off x="5817522" y="4368593"/>
              <a:ext cx="349658" cy="422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</a:t>
              </a:r>
              <a:endParaRPr kumimoji="1"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43D25BBF-740E-4ADC-90A9-FF142FC92654}"/>
                </a:ext>
              </a:extLst>
            </p:cNvPr>
            <p:cNvSpPr/>
            <p:nvPr/>
          </p:nvSpPr>
          <p:spPr>
            <a:xfrm>
              <a:off x="4091899" y="4401835"/>
              <a:ext cx="261021" cy="324757"/>
            </a:xfrm>
            <a:prstGeom prst="rect">
              <a:avLst/>
            </a:prstGeom>
            <a:ln w="12700"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FDA6FB1F-3952-B654-5564-DBDA2EEFFBE2}"/>
                </a:ext>
              </a:extLst>
            </p:cNvPr>
            <p:cNvSpPr/>
            <p:nvPr/>
          </p:nvSpPr>
          <p:spPr>
            <a:xfrm>
              <a:off x="4346492" y="4401835"/>
              <a:ext cx="257023" cy="324757"/>
            </a:xfrm>
            <a:prstGeom prst="rect">
              <a:avLst/>
            </a:prstGeom>
            <a:pattFill prst="wdUpDiag">
              <a:fgClr>
                <a:schemeClr val="accent2"/>
              </a:fgClr>
              <a:bgClr>
                <a:schemeClr val="bg1"/>
              </a:bgClr>
            </a:pattFill>
            <a:ln w="12700"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48B80849-2CDD-FF54-D14F-B3DEFA9D6C19}"/>
                </a:ext>
              </a:extLst>
            </p:cNvPr>
            <p:cNvSpPr/>
            <p:nvPr/>
          </p:nvSpPr>
          <p:spPr>
            <a:xfrm>
              <a:off x="5625835" y="4408014"/>
              <a:ext cx="256233" cy="324755"/>
            </a:xfrm>
            <a:prstGeom prst="rect">
              <a:avLst/>
            </a:prstGeom>
            <a:pattFill prst="wdUpDiag">
              <a:fgClr>
                <a:schemeClr val="accent2"/>
              </a:fgClr>
              <a:bgClr>
                <a:schemeClr val="bg1"/>
              </a:bgClr>
            </a:pattFill>
            <a:ln w="12700"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A8EE9647-9416-2698-B06D-0844CD5440B2}"/>
                </a:ext>
              </a:extLst>
            </p:cNvPr>
            <p:cNvSpPr/>
            <p:nvPr/>
          </p:nvSpPr>
          <p:spPr>
            <a:xfrm>
              <a:off x="4606782" y="3320408"/>
              <a:ext cx="256365" cy="324757"/>
            </a:xfrm>
            <a:prstGeom prst="rect">
              <a:avLst/>
            </a:prstGeom>
            <a:ln w="12700"/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7A582518-9416-AD25-E3F2-7DD27D766E58}"/>
                </a:ext>
              </a:extLst>
            </p:cNvPr>
            <p:cNvSpPr/>
            <p:nvPr/>
          </p:nvSpPr>
          <p:spPr>
            <a:xfrm>
              <a:off x="4860001" y="3321924"/>
              <a:ext cx="767748" cy="324757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/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53" name="직선 화살표 연결선 152">
              <a:extLst>
                <a:ext uri="{FF2B5EF4-FFF2-40B4-BE49-F238E27FC236}">
                  <a16:creationId xmlns:a16="http://schemas.microsoft.com/office/drawing/2014/main" id="{DE11801B-83D6-1E0E-3C2B-260CA9F3C6A2}"/>
                </a:ext>
              </a:extLst>
            </p:cNvPr>
            <p:cNvCxnSpPr/>
            <p:nvPr/>
          </p:nvCxnSpPr>
          <p:spPr>
            <a:xfrm flipV="1">
              <a:off x="4602840" y="3040668"/>
              <a:ext cx="0" cy="62753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6D48ED-DA74-1A58-156B-F5DDC1706B9D}"/>
              </a:ext>
            </a:extLst>
          </p:cNvPr>
          <p:cNvSpPr/>
          <p:nvPr/>
        </p:nvSpPr>
        <p:spPr>
          <a:xfrm>
            <a:off x="7851441" y="5347840"/>
            <a:ext cx="2979120" cy="351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C5F1A5F-F736-FDD3-AB45-1E66F031CF14}"/>
              </a:ext>
            </a:extLst>
          </p:cNvPr>
          <p:cNvSpPr/>
          <p:nvPr/>
        </p:nvSpPr>
        <p:spPr>
          <a:xfrm>
            <a:off x="3119782" y="3100466"/>
            <a:ext cx="727735" cy="7331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83186-DCF4-EE49-6794-4F1152377461}"/>
              </a:ext>
            </a:extLst>
          </p:cNvPr>
          <p:cNvSpPr txBox="1"/>
          <p:nvPr/>
        </p:nvSpPr>
        <p:spPr>
          <a:xfrm>
            <a:off x="8798832" y="5680418"/>
            <a:ext cx="24779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1500" dirty="0">
                <a:solidFill>
                  <a:srgbClr val="FF0000"/>
                </a:solidFill>
              </a:rPr>
              <a:t>Deadlock</a:t>
            </a:r>
            <a:endParaRPr kumimoji="1" lang="ko-Kore-KR" altLang="en-US" sz="1500" dirty="0">
              <a:solidFill>
                <a:srgbClr val="FF0000"/>
              </a:solidFill>
            </a:endParaRPr>
          </a:p>
        </p:txBody>
      </p:sp>
      <p:sp>
        <p:nvSpPr>
          <p:cNvPr id="17" name="TextBox 81">
            <a:extLst>
              <a:ext uri="{FF2B5EF4-FFF2-40B4-BE49-F238E27FC236}">
                <a16:creationId xmlns:a16="http://schemas.microsoft.com/office/drawing/2014/main" id="{B8150188-ECD4-25C9-2937-4BF199F50BCC}"/>
              </a:ext>
            </a:extLst>
          </p:cNvPr>
          <p:cNvSpPr txBox="1"/>
          <p:nvPr/>
        </p:nvSpPr>
        <p:spPr>
          <a:xfrm>
            <a:off x="3106402" y="2848928"/>
            <a:ext cx="1171285" cy="31664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Try Lock(M2)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C0BA37B-0BC2-3FE6-1B12-86A9F5758A4D}"/>
              </a:ext>
            </a:extLst>
          </p:cNvPr>
          <p:cNvSpPr/>
          <p:nvPr/>
        </p:nvSpPr>
        <p:spPr>
          <a:xfrm>
            <a:off x="3395629" y="4205402"/>
            <a:ext cx="727735" cy="7331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6953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kumimoji="1" lang="en-US" altLang="ko-Kore-KR" dirty="0"/>
              <a:t>12-1. IPCP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C11A6-C286-DA18-EAD3-D2F4457D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ko-KR" dirty="0"/>
              <a:t>IPCP (Immediate Priority Ceiling Protocol)</a:t>
            </a:r>
          </a:p>
          <a:p>
            <a:pPr lvl="1"/>
            <a:r>
              <a:rPr kumimoji="1" lang="en-US" altLang="ko-KR" sz="1800" dirty="0"/>
              <a:t>When locking a resource, the task’s priority is immediately raised to the ceiling of the lock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8911F8-25D0-4787-38BB-B897CA72F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440" y="2072170"/>
            <a:ext cx="7445640" cy="427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2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내용 개체 틀 2">
            <a:extLst>
              <a:ext uri="{FF2B5EF4-FFF2-40B4-BE49-F238E27FC236}">
                <a16:creationId xmlns:a16="http://schemas.microsoft.com/office/drawing/2014/main" id="{29AB4CAC-9252-710C-77A5-EB20C4C4D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6000"/>
            <a:ext cx="11402925" cy="5600392"/>
          </a:xfrm>
        </p:spPr>
        <p:txBody>
          <a:bodyPr/>
          <a:lstStyle/>
          <a:p>
            <a:r>
              <a:rPr kumimoji="1" lang="en-US" altLang="en-US" dirty="0"/>
              <a:t>Mutex</a:t>
            </a:r>
            <a:r>
              <a:rPr kumimoji="1" lang="ko-KR" altLang="en-US" dirty="0"/>
              <a:t>로 아래 시스템 구현 </a:t>
            </a:r>
            <a:endParaRPr kumimoji="1"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1C81E2-8286-0C38-5AB2-0B4D72BD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12-1. IPCP</a:t>
            </a:r>
            <a:endParaRPr kumimoji="1" lang="ko-Kore-KR" altLang="en-US" dirty="0"/>
          </a:p>
        </p:txBody>
      </p:sp>
      <p:sp>
        <p:nvSpPr>
          <p:cNvPr id="213" name="말풍선: 모서리가 둥근 사각형 212">
            <a:extLst>
              <a:ext uri="{FF2B5EF4-FFF2-40B4-BE49-F238E27FC236}">
                <a16:creationId xmlns:a16="http://schemas.microsoft.com/office/drawing/2014/main" id="{F89E656E-9967-54F9-C292-E25E25CD4198}"/>
              </a:ext>
            </a:extLst>
          </p:cNvPr>
          <p:cNvSpPr/>
          <p:nvPr/>
        </p:nvSpPr>
        <p:spPr>
          <a:xfrm>
            <a:off x="6163222" y="313782"/>
            <a:ext cx="2916900" cy="1200329"/>
          </a:xfrm>
          <a:prstGeom prst="wedgeRoundRectCallout">
            <a:avLst>
              <a:gd name="adj1" fmla="val -93099"/>
              <a:gd name="adj2" fmla="val 2774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ko-KR" sz="1600" dirty="0" err="1"/>
              <a:t>asw.c</a:t>
            </a:r>
            <a:r>
              <a:rPr lang="en-US" altLang="ko-KR" sz="1600" dirty="0"/>
              <a:t> </a:t>
            </a:r>
            <a:r>
              <a:rPr lang="ko-KR" altLang="en-US" sz="1600" dirty="0"/>
              <a:t>파일만 수정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>
                <a:sym typeface="Wingdings" panose="05000000000000000000" pitchFamily="2" charset="2"/>
              </a:rPr>
              <a:t>그림 기반으로 </a:t>
            </a:r>
            <a:r>
              <a:rPr lang="en-US" altLang="ko-KR" sz="1600" dirty="0">
                <a:sym typeface="Wingdings" panose="05000000000000000000" pitchFamily="2" charset="2"/>
              </a:rPr>
              <a:t>10</a:t>
            </a:r>
            <a:r>
              <a:rPr lang="ko-KR" altLang="en-US" sz="1600" dirty="0">
                <a:sym typeface="Wingdings" panose="05000000000000000000" pitchFamily="2" charset="2"/>
              </a:rPr>
              <a:t>번 실습 되짚어가며 진행</a:t>
            </a:r>
            <a:endParaRPr lang="en-US" altLang="ko-KR" sz="1600" dirty="0">
              <a:sym typeface="Wingdings" panose="05000000000000000000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AD2CCB-7E4A-51E7-828B-57F78941723E}"/>
              </a:ext>
            </a:extLst>
          </p:cNvPr>
          <p:cNvSpPr txBox="1"/>
          <p:nvPr/>
        </p:nvSpPr>
        <p:spPr>
          <a:xfrm>
            <a:off x="7057497" y="2966811"/>
            <a:ext cx="633942" cy="356566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3B2EB14-43CD-93BC-9DF6-523807C28AA6}"/>
              </a:ext>
            </a:extLst>
          </p:cNvPr>
          <p:cNvCxnSpPr/>
          <p:nvPr/>
        </p:nvCxnSpPr>
        <p:spPr>
          <a:xfrm>
            <a:off x="2192352" y="3148900"/>
            <a:ext cx="4907994" cy="0"/>
          </a:xfrm>
          <a:prstGeom prst="straightConnector1">
            <a:avLst/>
          </a:prstGeom>
          <a:ln w="127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139A9A1-AF4A-6513-464A-1659B1A038EC}"/>
              </a:ext>
            </a:extLst>
          </p:cNvPr>
          <p:cNvCxnSpPr/>
          <p:nvPr/>
        </p:nvCxnSpPr>
        <p:spPr>
          <a:xfrm flipV="1">
            <a:off x="2193103" y="2958735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19FB2B1-6637-501C-9440-5C08127A502C}"/>
              </a:ext>
            </a:extLst>
          </p:cNvPr>
          <p:cNvCxnSpPr/>
          <p:nvPr/>
        </p:nvCxnSpPr>
        <p:spPr>
          <a:xfrm flipV="1">
            <a:off x="2407752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764BC30-CA2F-BE50-A8A0-E3A277811AC4}"/>
              </a:ext>
            </a:extLst>
          </p:cNvPr>
          <p:cNvCxnSpPr/>
          <p:nvPr/>
        </p:nvCxnSpPr>
        <p:spPr>
          <a:xfrm flipV="1">
            <a:off x="2622400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9D7BE6-9A8E-57D8-A8D5-270EB3D1BAE7}"/>
              </a:ext>
            </a:extLst>
          </p:cNvPr>
          <p:cNvCxnSpPr/>
          <p:nvPr/>
        </p:nvCxnSpPr>
        <p:spPr>
          <a:xfrm flipV="1">
            <a:off x="2837049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B22E11E-1B17-9584-BFA8-54D3CD8A18B9}"/>
              </a:ext>
            </a:extLst>
          </p:cNvPr>
          <p:cNvCxnSpPr/>
          <p:nvPr/>
        </p:nvCxnSpPr>
        <p:spPr>
          <a:xfrm flipV="1">
            <a:off x="3051697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DC29748-321F-266D-E3E3-BB4D8A3222A5}"/>
              </a:ext>
            </a:extLst>
          </p:cNvPr>
          <p:cNvCxnSpPr/>
          <p:nvPr/>
        </p:nvCxnSpPr>
        <p:spPr>
          <a:xfrm flipV="1">
            <a:off x="3483449" y="308330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CC77A6F-F029-4871-63AF-1108BBB93DA7}"/>
              </a:ext>
            </a:extLst>
          </p:cNvPr>
          <p:cNvCxnSpPr/>
          <p:nvPr/>
        </p:nvCxnSpPr>
        <p:spPr>
          <a:xfrm flipV="1">
            <a:off x="3693985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2AB08F5-D611-6887-EBDB-E603FD6841FC}"/>
              </a:ext>
            </a:extLst>
          </p:cNvPr>
          <p:cNvCxnSpPr/>
          <p:nvPr/>
        </p:nvCxnSpPr>
        <p:spPr>
          <a:xfrm flipV="1">
            <a:off x="3910292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92228BE-FC57-FBE0-E196-315D96E0494B}"/>
              </a:ext>
            </a:extLst>
          </p:cNvPr>
          <p:cNvCxnSpPr/>
          <p:nvPr/>
        </p:nvCxnSpPr>
        <p:spPr>
          <a:xfrm flipV="1">
            <a:off x="4124941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7D23DAD-DAC8-2221-2094-590571249CD6}"/>
              </a:ext>
            </a:extLst>
          </p:cNvPr>
          <p:cNvCxnSpPr/>
          <p:nvPr/>
        </p:nvCxnSpPr>
        <p:spPr>
          <a:xfrm flipV="1">
            <a:off x="3266346" y="296681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A1DA70B-BC07-7FD7-3183-44AAEAB48B8B}"/>
              </a:ext>
            </a:extLst>
          </p:cNvPr>
          <p:cNvCxnSpPr/>
          <p:nvPr/>
        </p:nvCxnSpPr>
        <p:spPr>
          <a:xfrm flipV="1">
            <a:off x="4339590" y="296681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3B49EEF-385B-1351-03D5-279ADF694FF4}"/>
              </a:ext>
            </a:extLst>
          </p:cNvPr>
          <p:cNvCxnSpPr/>
          <p:nvPr/>
        </p:nvCxnSpPr>
        <p:spPr>
          <a:xfrm flipV="1">
            <a:off x="4554238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57D29E6-BDF7-47DA-7CFA-EE12F526FD3E}"/>
              </a:ext>
            </a:extLst>
          </p:cNvPr>
          <p:cNvCxnSpPr/>
          <p:nvPr/>
        </p:nvCxnSpPr>
        <p:spPr>
          <a:xfrm flipV="1">
            <a:off x="4768887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2F73ED7-A53F-F927-C825-850E253D4928}"/>
              </a:ext>
            </a:extLst>
          </p:cNvPr>
          <p:cNvCxnSpPr/>
          <p:nvPr/>
        </p:nvCxnSpPr>
        <p:spPr>
          <a:xfrm flipV="1">
            <a:off x="4983535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4B13257-6DBF-1412-408A-067D2DF53DC3}"/>
              </a:ext>
            </a:extLst>
          </p:cNvPr>
          <p:cNvCxnSpPr/>
          <p:nvPr/>
        </p:nvCxnSpPr>
        <p:spPr>
          <a:xfrm flipV="1">
            <a:off x="5198184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F9B5FCD-3087-2C5D-0205-CC8297951661}"/>
              </a:ext>
            </a:extLst>
          </p:cNvPr>
          <p:cNvCxnSpPr/>
          <p:nvPr/>
        </p:nvCxnSpPr>
        <p:spPr>
          <a:xfrm flipV="1">
            <a:off x="5412832" y="296681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AE719D6-DFEE-9C00-FAB7-749EBAE13EFB}"/>
              </a:ext>
            </a:extLst>
          </p:cNvPr>
          <p:cNvCxnSpPr/>
          <p:nvPr/>
        </p:nvCxnSpPr>
        <p:spPr>
          <a:xfrm flipV="1">
            <a:off x="5627481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80AC60B-39BA-FA24-E1AE-BE430F46F821}"/>
              </a:ext>
            </a:extLst>
          </p:cNvPr>
          <p:cNvCxnSpPr/>
          <p:nvPr/>
        </p:nvCxnSpPr>
        <p:spPr>
          <a:xfrm flipV="1">
            <a:off x="5842130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D1E51D6-A751-3E12-FE85-43E1680AFB4A}"/>
              </a:ext>
            </a:extLst>
          </p:cNvPr>
          <p:cNvCxnSpPr/>
          <p:nvPr/>
        </p:nvCxnSpPr>
        <p:spPr>
          <a:xfrm flipV="1">
            <a:off x="6056779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8724182-77EB-CA15-8C1A-845186A220C3}"/>
              </a:ext>
            </a:extLst>
          </p:cNvPr>
          <p:cNvCxnSpPr/>
          <p:nvPr/>
        </p:nvCxnSpPr>
        <p:spPr>
          <a:xfrm flipV="1">
            <a:off x="6271428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FC2C17E-AA9E-D661-889E-6B80D90E4473}"/>
              </a:ext>
            </a:extLst>
          </p:cNvPr>
          <p:cNvCxnSpPr/>
          <p:nvPr/>
        </p:nvCxnSpPr>
        <p:spPr>
          <a:xfrm flipV="1">
            <a:off x="6486067" y="296681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37BB8FE-2A38-D5D6-DDFB-7483BE26F9B0}"/>
              </a:ext>
            </a:extLst>
          </p:cNvPr>
          <p:cNvSpPr txBox="1"/>
          <p:nvPr/>
        </p:nvSpPr>
        <p:spPr>
          <a:xfrm>
            <a:off x="7057497" y="3881582"/>
            <a:ext cx="633942" cy="356566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6ED79AC-EC56-C506-5FC0-88D66B670A22}"/>
              </a:ext>
            </a:extLst>
          </p:cNvPr>
          <p:cNvCxnSpPr/>
          <p:nvPr/>
        </p:nvCxnSpPr>
        <p:spPr>
          <a:xfrm>
            <a:off x="2192352" y="4063671"/>
            <a:ext cx="4907994" cy="0"/>
          </a:xfrm>
          <a:prstGeom prst="straightConnector1">
            <a:avLst/>
          </a:prstGeom>
          <a:ln w="127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2541E78-7265-2122-949C-AB822E24CDC1}"/>
              </a:ext>
            </a:extLst>
          </p:cNvPr>
          <p:cNvCxnSpPr/>
          <p:nvPr/>
        </p:nvCxnSpPr>
        <p:spPr>
          <a:xfrm flipV="1">
            <a:off x="2193103" y="387350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236FF45-3525-C155-E892-CE28C36800F7}"/>
              </a:ext>
            </a:extLst>
          </p:cNvPr>
          <p:cNvCxnSpPr/>
          <p:nvPr/>
        </p:nvCxnSpPr>
        <p:spPr>
          <a:xfrm flipV="1">
            <a:off x="2407752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DD7F60B-3B32-4DED-EA2C-8DCDA520F2CA}"/>
              </a:ext>
            </a:extLst>
          </p:cNvPr>
          <p:cNvCxnSpPr/>
          <p:nvPr/>
        </p:nvCxnSpPr>
        <p:spPr>
          <a:xfrm flipV="1">
            <a:off x="2622400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C89EA81-B8BD-1E8B-BAD7-BD37C8CEAF6C}"/>
              </a:ext>
            </a:extLst>
          </p:cNvPr>
          <p:cNvCxnSpPr/>
          <p:nvPr/>
        </p:nvCxnSpPr>
        <p:spPr>
          <a:xfrm flipV="1">
            <a:off x="2837049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76397D5-441D-B21A-D3B0-4317FBDAFC81}"/>
              </a:ext>
            </a:extLst>
          </p:cNvPr>
          <p:cNvCxnSpPr/>
          <p:nvPr/>
        </p:nvCxnSpPr>
        <p:spPr>
          <a:xfrm flipV="1">
            <a:off x="3051697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245FCA2-ABDE-87C5-AE9F-85D773ACF3A5}"/>
              </a:ext>
            </a:extLst>
          </p:cNvPr>
          <p:cNvCxnSpPr/>
          <p:nvPr/>
        </p:nvCxnSpPr>
        <p:spPr>
          <a:xfrm flipV="1">
            <a:off x="3480995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61CBA8C-7C86-65D7-5DEA-5075FDCB791A}"/>
              </a:ext>
            </a:extLst>
          </p:cNvPr>
          <p:cNvCxnSpPr/>
          <p:nvPr/>
        </p:nvCxnSpPr>
        <p:spPr>
          <a:xfrm flipV="1">
            <a:off x="3695643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16AD27E-FBAA-E95C-1267-82F658197258}"/>
              </a:ext>
            </a:extLst>
          </p:cNvPr>
          <p:cNvCxnSpPr/>
          <p:nvPr/>
        </p:nvCxnSpPr>
        <p:spPr>
          <a:xfrm flipV="1">
            <a:off x="3910292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789117A-F6B1-A2D8-B02B-2FBFEFA52458}"/>
              </a:ext>
            </a:extLst>
          </p:cNvPr>
          <p:cNvCxnSpPr/>
          <p:nvPr/>
        </p:nvCxnSpPr>
        <p:spPr>
          <a:xfrm flipV="1">
            <a:off x="4122850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95783A9-287D-BA80-575F-33438B09C565}"/>
              </a:ext>
            </a:extLst>
          </p:cNvPr>
          <p:cNvCxnSpPr/>
          <p:nvPr/>
        </p:nvCxnSpPr>
        <p:spPr>
          <a:xfrm flipV="1">
            <a:off x="3266346" y="388158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A6DDFF0-FB38-5331-F5D0-EBE7449C28F3}"/>
              </a:ext>
            </a:extLst>
          </p:cNvPr>
          <p:cNvCxnSpPr/>
          <p:nvPr/>
        </p:nvCxnSpPr>
        <p:spPr>
          <a:xfrm flipV="1">
            <a:off x="4339590" y="388158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2B9B1B99-0995-3793-262B-E0CA0BE80302}"/>
              </a:ext>
            </a:extLst>
          </p:cNvPr>
          <p:cNvCxnSpPr/>
          <p:nvPr/>
        </p:nvCxnSpPr>
        <p:spPr>
          <a:xfrm flipV="1">
            <a:off x="4554238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2A86D08-7844-24FC-B77B-F199CDC39670}"/>
              </a:ext>
            </a:extLst>
          </p:cNvPr>
          <p:cNvCxnSpPr/>
          <p:nvPr/>
        </p:nvCxnSpPr>
        <p:spPr>
          <a:xfrm flipV="1">
            <a:off x="4768887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4BCAAEB-B368-8567-D8DC-624FEC2E5FB8}"/>
              </a:ext>
            </a:extLst>
          </p:cNvPr>
          <p:cNvCxnSpPr/>
          <p:nvPr/>
        </p:nvCxnSpPr>
        <p:spPr>
          <a:xfrm flipV="1">
            <a:off x="4983535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9ACA897E-6C77-C12A-7E08-6CC74D134CEC}"/>
              </a:ext>
            </a:extLst>
          </p:cNvPr>
          <p:cNvCxnSpPr/>
          <p:nvPr/>
        </p:nvCxnSpPr>
        <p:spPr>
          <a:xfrm flipV="1">
            <a:off x="5198184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33D2823-4B67-08C0-2F99-429CCE5F7229}"/>
              </a:ext>
            </a:extLst>
          </p:cNvPr>
          <p:cNvCxnSpPr/>
          <p:nvPr/>
        </p:nvCxnSpPr>
        <p:spPr>
          <a:xfrm flipV="1">
            <a:off x="5412832" y="388158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D2DC18C-FBBA-5B5F-CFC4-55C82B759316}"/>
              </a:ext>
            </a:extLst>
          </p:cNvPr>
          <p:cNvCxnSpPr/>
          <p:nvPr/>
        </p:nvCxnSpPr>
        <p:spPr>
          <a:xfrm flipV="1">
            <a:off x="5627481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8AAC86A-8446-0C89-AC7B-BA19AAFFF3A6}"/>
              </a:ext>
            </a:extLst>
          </p:cNvPr>
          <p:cNvCxnSpPr/>
          <p:nvPr/>
        </p:nvCxnSpPr>
        <p:spPr>
          <a:xfrm flipV="1">
            <a:off x="5842130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51C10AB0-2D05-88AB-B6CC-73C8899F14F9}"/>
              </a:ext>
            </a:extLst>
          </p:cNvPr>
          <p:cNvCxnSpPr/>
          <p:nvPr/>
        </p:nvCxnSpPr>
        <p:spPr>
          <a:xfrm flipV="1">
            <a:off x="6056779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DF7225C-C222-BF95-18B9-7CF73EB78D24}"/>
              </a:ext>
            </a:extLst>
          </p:cNvPr>
          <p:cNvCxnSpPr/>
          <p:nvPr/>
        </p:nvCxnSpPr>
        <p:spPr>
          <a:xfrm flipV="1">
            <a:off x="6271428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F1C51B4-0EE9-695D-D93A-B438D73FB64E}"/>
              </a:ext>
            </a:extLst>
          </p:cNvPr>
          <p:cNvCxnSpPr/>
          <p:nvPr/>
        </p:nvCxnSpPr>
        <p:spPr>
          <a:xfrm flipV="1">
            <a:off x="6486067" y="388158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F248A9D-89D0-2D50-AF60-41043EDD1A44}"/>
              </a:ext>
            </a:extLst>
          </p:cNvPr>
          <p:cNvSpPr txBox="1"/>
          <p:nvPr/>
        </p:nvSpPr>
        <p:spPr>
          <a:xfrm>
            <a:off x="7057497" y="4781266"/>
            <a:ext cx="633942" cy="356566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B080BBE-2F36-913B-1635-4265A8602069}"/>
              </a:ext>
            </a:extLst>
          </p:cNvPr>
          <p:cNvCxnSpPr/>
          <p:nvPr/>
        </p:nvCxnSpPr>
        <p:spPr>
          <a:xfrm>
            <a:off x="2192352" y="4963354"/>
            <a:ext cx="4907994" cy="0"/>
          </a:xfrm>
          <a:prstGeom prst="straightConnector1">
            <a:avLst/>
          </a:prstGeom>
          <a:ln w="127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793F2E2-534A-7472-3BCA-4DE84DCD67A6}"/>
              </a:ext>
            </a:extLst>
          </p:cNvPr>
          <p:cNvCxnSpPr/>
          <p:nvPr/>
        </p:nvCxnSpPr>
        <p:spPr>
          <a:xfrm flipV="1">
            <a:off x="2193103" y="4773189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51B2E858-EF5A-098B-0ACE-2DD7293FF529}"/>
              </a:ext>
            </a:extLst>
          </p:cNvPr>
          <p:cNvCxnSpPr/>
          <p:nvPr/>
        </p:nvCxnSpPr>
        <p:spPr>
          <a:xfrm flipV="1">
            <a:off x="2407752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8808D88-6A7D-8134-FB70-688FFDDFD18F}"/>
              </a:ext>
            </a:extLst>
          </p:cNvPr>
          <p:cNvCxnSpPr/>
          <p:nvPr/>
        </p:nvCxnSpPr>
        <p:spPr>
          <a:xfrm flipV="1">
            <a:off x="2622400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7B4D3B46-12ED-2AA8-2496-5500160944E6}"/>
              </a:ext>
            </a:extLst>
          </p:cNvPr>
          <p:cNvCxnSpPr/>
          <p:nvPr/>
        </p:nvCxnSpPr>
        <p:spPr>
          <a:xfrm flipV="1">
            <a:off x="2837049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B918137-5987-A16F-520F-4584F06FA3F0}"/>
              </a:ext>
            </a:extLst>
          </p:cNvPr>
          <p:cNvCxnSpPr/>
          <p:nvPr/>
        </p:nvCxnSpPr>
        <p:spPr>
          <a:xfrm flipV="1">
            <a:off x="3051697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69FB9BC2-346F-151E-CDC7-563424361087}"/>
              </a:ext>
            </a:extLst>
          </p:cNvPr>
          <p:cNvCxnSpPr/>
          <p:nvPr/>
        </p:nvCxnSpPr>
        <p:spPr>
          <a:xfrm flipV="1">
            <a:off x="3480995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C09C88F-4C89-9D98-90C4-84D181CB31A7}"/>
              </a:ext>
            </a:extLst>
          </p:cNvPr>
          <p:cNvCxnSpPr/>
          <p:nvPr/>
        </p:nvCxnSpPr>
        <p:spPr>
          <a:xfrm flipV="1">
            <a:off x="3695643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5B986E2-DD67-59D5-12F9-116A163F6274}"/>
              </a:ext>
            </a:extLst>
          </p:cNvPr>
          <p:cNvCxnSpPr/>
          <p:nvPr/>
        </p:nvCxnSpPr>
        <p:spPr>
          <a:xfrm flipV="1">
            <a:off x="3910292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5C5F3B4-4EC4-9BE1-204F-04FC270D71BC}"/>
              </a:ext>
            </a:extLst>
          </p:cNvPr>
          <p:cNvCxnSpPr/>
          <p:nvPr/>
        </p:nvCxnSpPr>
        <p:spPr>
          <a:xfrm flipV="1">
            <a:off x="4124941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F431CCB7-F4F3-BCF9-8F93-1E4162470857}"/>
              </a:ext>
            </a:extLst>
          </p:cNvPr>
          <p:cNvCxnSpPr/>
          <p:nvPr/>
        </p:nvCxnSpPr>
        <p:spPr>
          <a:xfrm flipV="1">
            <a:off x="3266346" y="478126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232F1DBC-4EEB-3C3F-C006-1E27953D3832}"/>
              </a:ext>
            </a:extLst>
          </p:cNvPr>
          <p:cNvCxnSpPr/>
          <p:nvPr/>
        </p:nvCxnSpPr>
        <p:spPr>
          <a:xfrm flipV="1">
            <a:off x="4339590" y="478126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70FF2397-08A8-D8D6-052E-357B4F48BE71}"/>
              </a:ext>
            </a:extLst>
          </p:cNvPr>
          <p:cNvCxnSpPr/>
          <p:nvPr/>
        </p:nvCxnSpPr>
        <p:spPr>
          <a:xfrm flipV="1">
            <a:off x="4554238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B28344C-D12D-DB16-4C41-C27CF156C010}"/>
              </a:ext>
            </a:extLst>
          </p:cNvPr>
          <p:cNvCxnSpPr/>
          <p:nvPr/>
        </p:nvCxnSpPr>
        <p:spPr>
          <a:xfrm flipV="1">
            <a:off x="4768887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4A32C3A2-B423-75E1-D58A-B70CD83B698C}"/>
              </a:ext>
            </a:extLst>
          </p:cNvPr>
          <p:cNvCxnSpPr/>
          <p:nvPr/>
        </p:nvCxnSpPr>
        <p:spPr>
          <a:xfrm flipV="1">
            <a:off x="4983535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789132A6-A003-6DCE-C06D-A671C8441634}"/>
              </a:ext>
            </a:extLst>
          </p:cNvPr>
          <p:cNvCxnSpPr/>
          <p:nvPr/>
        </p:nvCxnSpPr>
        <p:spPr>
          <a:xfrm flipV="1">
            <a:off x="5198184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7BD230BA-256A-4170-9D8C-463CAFA725B8}"/>
              </a:ext>
            </a:extLst>
          </p:cNvPr>
          <p:cNvCxnSpPr/>
          <p:nvPr/>
        </p:nvCxnSpPr>
        <p:spPr>
          <a:xfrm flipV="1">
            <a:off x="5412832" y="478126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13507DC-07EC-67C8-511F-F12446F7DF04}"/>
              </a:ext>
            </a:extLst>
          </p:cNvPr>
          <p:cNvCxnSpPr/>
          <p:nvPr/>
        </p:nvCxnSpPr>
        <p:spPr>
          <a:xfrm flipV="1">
            <a:off x="5627481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B4E15707-02ED-D7B3-B1EB-91EB607BAAF0}"/>
              </a:ext>
            </a:extLst>
          </p:cNvPr>
          <p:cNvCxnSpPr/>
          <p:nvPr/>
        </p:nvCxnSpPr>
        <p:spPr>
          <a:xfrm flipV="1">
            <a:off x="5842130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884ECB64-C025-FA8B-96DA-D69F09CD68F7}"/>
              </a:ext>
            </a:extLst>
          </p:cNvPr>
          <p:cNvCxnSpPr/>
          <p:nvPr/>
        </p:nvCxnSpPr>
        <p:spPr>
          <a:xfrm flipV="1">
            <a:off x="6056779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F2994D8F-EA5F-0ADB-F770-51108C17548A}"/>
              </a:ext>
            </a:extLst>
          </p:cNvPr>
          <p:cNvCxnSpPr/>
          <p:nvPr/>
        </p:nvCxnSpPr>
        <p:spPr>
          <a:xfrm flipV="1">
            <a:off x="6271428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16EF8E14-4836-3572-7935-E6FD0F77EB91}"/>
              </a:ext>
            </a:extLst>
          </p:cNvPr>
          <p:cNvCxnSpPr/>
          <p:nvPr/>
        </p:nvCxnSpPr>
        <p:spPr>
          <a:xfrm flipV="1">
            <a:off x="6486067" y="478126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EF392748-CDB7-929D-C697-586A5793BB5D}"/>
              </a:ext>
            </a:extLst>
          </p:cNvPr>
          <p:cNvGrpSpPr/>
          <p:nvPr/>
        </p:nvGrpSpPr>
        <p:grpSpPr>
          <a:xfrm>
            <a:off x="1731953" y="2982499"/>
            <a:ext cx="437243" cy="2155333"/>
            <a:chOff x="2568676" y="2123464"/>
            <a:chExt cx="630223" cy="2245027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89067B3-9878-2794-7A02-EB526921FF9B}"/>
                </a:ext>
              </a:extLst>
            </p:cNvPr>
            <p:cNvSpPr txBox="1"/>
            <p:nvPr/>
          </p:nvSpPr>
          <p:spPr>
            <a:xfrm>
              <a:off x="2603262" y="2123464"/>
              <a:ext cx="578632" cy="3714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7C94D4F-1D57-33CB-AA15-B9D6988037A8}"/>
                </a:ext>
              </a:extLst>
            </p:cNvPr>
            <p:cNvSpPr txBox="1"/>
            <p:nvPr/>
          </p:nvSpPr>
          <p:spPr>
            <a:xfrm>
              <a:off x="2603261" y="3997087"/>
              <a:ext cx="595638" cy="3714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 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72C916E-EE61-0382-C67A-E30D32D7F67C}"/>
                </a:ext>
              </a:extLst>
            </p:cNvPr>
            <p:cNvSpPr txBox="1"/>
            <p:nvPr/>
          </p:nvSpPr>
          <p:spPr>
            <a:xfrm>
              <a:off x="2568676" y="2971107"/>
              <a:ext cx="597763" cy="3714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13DABA1-1787-876F-42A5-9E1DF661B57A}"/>
              </a:ext>
            </a:extLst>
          </p:cNvPr>
          <p:cNvSpPr/>
          <p:nvPr/>
        </p:nvSpPr>
        <p:spPr>
          <a:xfrm>
            <a:off x="3268725" y="2868225"/>
            <a:ext cx="215290" cy="280198"/>
          </a:xfrm>
          <a:prstGeom prst="rect">
            <a:avLst/>
          </a:prstGeom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1ADC0B6-D379-AD11-72C9-45133B1694AE}"/>
              </a:ext>
            </a:extLst>
          </p:cNvPr>
          <p:cNvSpPr/>
          <p:nvPr/>
        </p:nvSpPr>
        <p:spPr>
          <a:xfrm>
            <a:off x="2193575" y="4687182"/>
            <a:ext cx="427184" cy="274270"/>
          </a:xfrm>
          <a:prstGeom prst="rect">
            <a:avLst/>
          </a:prstGeom>
          <a:ln w="127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0A7FD4A-62B2-DB5E-A877-4CA85B93FF51}"/>
              </a:ext>
            </a:extLst>
          </p:cNvPr>
          <p:cNvSpPr/>
          <p:nvPr/>
        </p:nvSpPr>
        <p:spPr>
          <a:xfrm>
            <a:off x="2624041" y="4687007"/>
            <a:ext cx="212996" cy="276683"/>
          </a:xfrm>
          <a:prstGeom prst="rect">
            <a:avLst/>
          </a:prstGeom>
          <a:pattFill prst="wdUpDiag">
            <a:fgClr>
              <a:schemeClr val="accent3"/>
            </a:fgClr>
            <a:bgClr>
              <a:schemeClr val="bg1"/>
            </a:bgClr>
          </a:pattFill>
          <a:ln w="127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9027F95-CBA5-6D71-5850-7C6DB0478627}"/>
              </a:ext>
            </a:extLst>
          </p:cNvPr>
          <p:cNvCxnSpPr/>
          <p:nvPr/>
        </p:nvCxnSpPr>
        <p:spPr>
          <a:xfrm>
            <a:off x="2619513" y="4519373"/>
            <a:ext cx="0" cy="16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8D86BE2F-BC71-29C2-A885-298D04BA3E7D}"/>
              </a:ext>
            </a:extLst>
          </p:cNvPr>
          <p:cNvSpPr txBox="1"/>
          <p:nvPr/>
        </p:nvSpPr>
        <p:spPr>
          <a:xfrm>
            <a:off x="2326653" y="4309207"/>
            <a:ext cx="748034" cy="267424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Lock(M1)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63BABF9-EB5C-9367-51AB-73CC2DA065E7}"/>
              </a:ext>
            </a:extLst>
          </p:cNvPr>
          <p:cNvSpPr/>
          <p:nvPr/>
        </p:nvSpPr>
        <p:spPr>
          <a:xfrm>
            <a:off x="4339277" y="3785475"/>
            <a:ext cx="215290" cy="274570"/>
          </a:xfrm>
          <a:prstGeom prst="rect">
            <a:avLst/>
          </a:prstGeom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6139484-7F1C-040F-BD28-B70C45A13F97}"/>
              </a:ext>
            </a:extLst>
          </p:cNvPr>
          <p:cNvSpPr/>
          <p:nvPr/>
        </p:nvSpPr>
        <p:spPr>
          <a:xfrm>
            <a:off x="6271428" y="4687181"/>
            <a:ext cx="213973" cy="274271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EB75775-0089-031F-4303-171452AA0276}"/>
              </a:ext>
            </a:extLst>
          </p:cNvPr>
          <p:cNvSpPr/>
          <p:nvPr/>
        </p:nvSpPr>
        <p:spPr>
          <a:xfrm>
            <a:off x="4552712" y="4673845"/>
            <a:ext cx="644717" cy="288374"/>
          </a:xfrm>
          <a:prstGeom prst="rect">
            <a:avLst/>
          </a:prstGeom>
          <a:pattFill prst="wdUpDiag">
            <a:fgClr>
              <a:schemeClr val="accent3"/>
            </a:fgClr>
            <a:bgClr>
              <a:schemeClr val="bg1"/>
            </a:bgClr>
          </a:pattFill>
          <a:ln w="127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69BA338-5D3A-D32D-9418-05E81FAA31D8}"/>
              </a:ext>
            </a:extLst>
          </p:cNvPr>
          <p:cNvSpPr/>
          <p:nvPr/>
        </p:nvSpPr>
        <p:spPr>
          <a:xfrm>
            <a:off x="3690459" y="2875702"/>
            <a:ext cx="648918" cy="274271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7A8323E-7A21-8E4D-1046-C5306A854C0A}"/>
              </a:ext>
            </a:extLst>
          </p:cNvPr>
          <p:cNvSpPr/>
          <p:nvPr/>
        </p:nvSpPr>
        <p:spPr>
          <a:xfrm>
            <a:off x="6058379" y="2871839"/>
            <a:ext cx="213260" cy="275160"/>
          </a:xfrm>
          <a:prstGeom prst="rect">
            <a:avLst/>
          </a:prstGeom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E21B4934-707D-8D58-3264-6BF79FFB66DC}"/>
              </a:ext>
            </a:extLst>
          </p:cNvPr>
          <p:cNvCxnSpPr/>
          <p:nvPr/>
        </p:nvCxnSpPr>
        <p:spPr>
          <a:xfrm flipV="1">
            <a:off x="2193580" y="4441450"/>
            <a:ext cx="0" cy="52998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TextBox 215">
            <a:extLst>
              <a:ext uri="{FF2B5EF4-FFF2-40B4-BE49-F238E27FC236}">
                <a16:creationId xmlns:a16="http://schemas.microsoft.com/office/drawing/2014/main" id="{CE4A8A72-4B0F-6D8B-0E7A-8886D0760FB3}"/>
              </a:ext>
            </a:extLst>
          </p:cNvPr>
          <p:cNvSpPr txBox="1"/>
          <p:nvPr/>
        </p:nvSpPr>
        <p:spPr>
          <a:xfrm>
            <a:off x="272798" y="3835882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IPCP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0" name="왼쪽 중괄호 216">
            <a:extLst>
              <a:ext uri="{FF2B5EF4-FFF2-40B4-BE49-F238E27FC236}">
                <a16:creationId xmlns:a16="http://schemas.microsoft.com/office/drawing/2014/main" id="{A4D96546-7480-F797-FB47-13DDA9492651}"/>
              </a:ext>
            </a:extLst>
          </p:cNvPr>
          <p:cNvSpPr/>
          <p:nvPr/>
        </p:nvSpPr>
        <p:spPr>
          <a:xfrm>
            <a:off x="1331952" y="2977097"/>
            <a:ext cx="397502" cy="2074137"/>
          </a:xfrm>
          <a:prstGeom prst="leftBrace">
            <a:avLst>
              <a:gd name="adj1" fmla="val 2335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D1ED009-24F2-4E0F-30FF-0DC377E93F63}"/>
              </a:ext>
            </a:extLst>
          </p:cNvPr>
          <p:cNvSpPr/>
          <p:nvPr/>
        </p:nvSpPr>
        <p:spPr>
          <a:xfrm>
            <a:off x="2838625" y="3789324"/>
            <a:ext cx="212577" cy="277923"/>
          </a:xfrm>
          <a:prstGeom prst="rect">
            <a:avLst/>
          </a:prstGeom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1C1E573-5AAE-E712-FE13-4922AAD4FC71}"/>
              </a:ext>
            </a:extLst>
          </p:cNvPr>
          <p:cNvSpPr/>
          <p:nvPr/>
        </p:nvSpPr>
        <p:spPr>
          <a:xfrm>
            <a:off x="5198641" y="2871072"/>
            <a:ext cx="645069" cy="275951"/>
          </a:xfrm>
          <a:prstGeom prst="rect">
            <a:avLst/>
          </a:prstGeom>
          <a:pattFill prst="openDmnd">
            <a:fgClr>
              <a:schemeClr val="accent1"/>
            </a:fgClr>
            <a:bgClr>
              <a:schemeClr val="bg1"/>
            </a:bgClr>
          </a:pattFill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75787BD-5D7E-EB1E-8A81-2AA8387BF55A}"/>
              </a:ext>
            </a:extLst>
          </p:cNvPr>
          <p:cNvCxnSpPr/>
          <p:nvPr/>
        </p:nvCxnSpPr>
        <p:spPr>
          <a:xfrm>
            <a:off x="3481742" y="2683886"/>
            <a:ext cx="0" cy="16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81">
            <a:extLst>
              <a:ext uri="{FF2B5EF4-FFF2-40B4-BE49-F238E27FC236}">
                <a16:creationId xmlns:a16="http://schemas.microsoft.com/office/drawing/2014/main" id="{6D60185A-429B-3E4E-04BD-8B5C31930D81}"/>
              </a:ext>
            </a:extLst>
          </p:cNvPr>
          <p:cNvSpPr txBox="1"/>
          <p:nvPr/>
        </p:nvSpPr>
        <p:spPr>
          <a:xfrm>
            <a:off x="3216081" y="2470794"/>
            <a:ext cx="984125" cy="267424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Try Lock(M2)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B84E2AE-E61A-02A0-D064-3F0E11ADBA01}"/>
              </a:ext>
            </a:extLst>
          </p:cNvPr>
          <p:cNvCxnSpPr>
            <a:cxnSpLocks/>
          </p:cNvCxnSpPr>
          <p:nvPr/>
        </p:nvCxnSpPr>
        <p:spPr>
          <a:xfrm flipV="1">
            <a:off x="3691840" y="4063671"/>
            <a:ext cx="0" cy="209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79">
            <a:extLst>
              <a:ext uri="{FF2B5EF4-FFF2-40B4-BE49-F238E27FC236}">
                <a16:creationId xmlns:a16="http://schemas.microsoft.com/office/drawing/2014/main" id="{AC89DE13-142C-71A5-5F77-5226CBDE2724}"/>
              </a:ext>
            </a:extLst>
          </p:cNvPr>
          <p:cNvSpPr txBox="1"/>
          <p:nvPr/>
        </p:nvSpPr>
        <p:spPr>
          <a:xfrm>
            <a:off x="3369872" y="4222876"/>
            <a:ext cx="882244" cy="267424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Unlock(M2)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F8C74568-A36E-F518-5E53-6F5A06B8D1D0}"/>
              </a:ext>
            </a:extLst>
          </p:cNvPr>
          <p:cNvCxnSpPr>
            <a:cxnSpLocks/>
          </p:cNvCxnSpPr>
          <p:nvPr/>
        </p:nvCxnSpPr>
        <p:spPr>
          <a:xfrm flipH="1" flipV="1">
            <a:off x="3695084" y="3139805"/>
            <a:ext cx="909" cy="206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81">
            <a:extLst>
              <a:ext uri="{FF2B5EF4-FFF2-40B4-BE49-F238E27FC236}">
                <a16:creationId xmlns:a16="http://schemas.microsoft.com/office/drawing/2014/main" id="{A1AC8EE6-6A29-DC20-B540-E3FF1184ED56}"/>
              </a:ext>
            </a:extLst>
          </p:cNvPr>
          <p:cNvSpPr txBox="1"/>
          <p:nvPr/>
        </p:nvSpPr>
        <p:spPr>
          <a:xfrm>
            <a:off x="3477780" y="3247643"/>
            <a:ext cx="748034" cy="267424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Lock(M2)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TextBox 81">
            <a:extLst>
              <a:ext uri="{FF2B5EF4-FFF2-40B4-BE49-F238E27FC236}">
                <a16:creationId xmlns:a16="http://schemas.microsoft.com/office/drawing/2014/main" id="{D4DA822E-F3F4-F396-6722-7AB7EA698FD5}"/>
              </a:ext>
            </a:extLst>
          </p:cNvPr>
          <p:cNvSpPr txBox="1"/>
          <p:nvPr/>
        </p:nvSpPr>
        <p:spPr>
          <a:xfrm>
            <a:off x="4984242" y="2470978"/>
            <a:ext cx="748034" cy="267424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Lock(M1)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0" name="TextBox 81">
            <a:extLst>
              <a:ext uri="{FF2B5EF4-FFF2-40B4-BE49-F238E27FC236}">
                <a16:creationId xmlns:a16="http://schemas.microsoft.com/office/drawing/2014/main" id="{6F61F40F-BEB7-59C5-DA71-D7458B711FD0}"/>
              </a:ext>
            </a:extLst>
          </p:cNvPr>
          <p:cNvSpPr txBox="1"/>
          <p:nvPr/>
        </p:nvSpPr>
        <p:spPr>
          <a:xfrm>
            <a:off x="5566767" y="3353345"/>
            <a:ext cx="882244" cy="267424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Unlock(M1)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BA8478DD-C34C-69A4-9841-3B7333573EDF}"/>
              </a:ext>
            </a:extLst>
          </p:cNvPr>
          <p:cNvCxnSpPr/>
          <p:nvPr/>
        </p:nvCxnSpPr>
        <p:spPr>
          <a:xfrm flipV="1">
            <a:off x="5837328" y="3228667"/>
            <a:ext cx="1053" cy="176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81">
            <a:extLst>
              <a:ext uri="{FF2B5EF4-FFF2-40B4-BE49-F238E27FC236}">
                <a16:creationId xmlns:a16="http://schemas.microsoft.com/office/drawing/2014/main" id="{87DC6D42-8064-7F59-BA13-A61D1768BB3F}"/>
              </a:ext>
            </a:extLst>
          </p:cNvPr>
          <p:cNvSpPr txBox="1"/>
          <p:nvPr/>
        </p:nvSpPr>
        <p:spPr>
          <a:xfrm>
            <a:off x="5860463" y="2474632"/>
            <a:ext cx="882244" cy="267424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Unlock(M2)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B74D6B21-D04F-B042-26E8-03AF19983398}"/>
              </a:ext>
            </a:extLst>
          </p:cNvPr>
          <p:cNvCxnSpPr/>
          <p:nvPr/>
        </p:nvCxnSpPr>
        <p:spPr>
          <a:xfrm>
            <a:off x="5197429" y="4514858"/>
            <a:ext cx="0" cy="16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79">
            <a:extLst>
              <a:ext uri="{FF2B5EF4-FFF2-40B4-BE49-F238E27FC236}">
                <a16:creationId xmlns:a16="http://schemas.microsoft.com/office/drawing/2014/main" id="{BABDF830-7C61-E3C1-4CD3-080AC948D43A}"/>
              </a:ext>
            </a:extLst>
          </p:cNvPr>
          <p:cNvSpPr txBox="1"/>
          <p:nvPr/>
        </p:nvSpPr>
        <p:spPr>
          <a:xfrm>
            <a:off x="4891421" y="4318486"/>
            <a:ext cx="882244" cy="267424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Unlock(M1)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5" name="텍스트 상자 351">
            <a:extLst>
              <a:ext uri="{FF2B5EF4-FFF2-40B4-BE49-F238E27FC236}">
                <a16:creationId xmlns:a16="http://schemas.microsoft.com/office/drawing/2014/main" id="{1C0FB9C3-CE5F-23E1-2749-8345C00A7A71}"/>
              </a:ext>
            </a:extLst>
          </p:cNvPr>
          <p:cNvSpPr txBox="1"/>
          <p:nvPr/>
        </p:nvSpPr>
        <p:spPr>
          <a:xfrm>
            <a:off x="3434984" y="2817171"/>
            <a:ext cx="293786" cy="3565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endParaRPr kumimoji="1"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46EB8E97-88F1-65C6-D8DA-294507294A2E}"/>
              </a:ext>
            </a:extLst>
          </p:cNvPr>
          <p:cNvCxnSpPr/>
          <p:nvPr/>
        </p:nvCxnSpPr>
        <p:spPr>
          <a:xfrm>
            <a:off x="5185556" y="2700658"/>
            <a:ext cx="0" cy="16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6DCD2818-B8B8-105A-C712-2E9559A0B4B4}"/>
              </a:ext>
            </a:extLst>
          </p:cNvPr>
          <p:cNvCxnSpPr/>
          <p:nvPr/>
        </p:nvCxnSpPr>
        <p:spPr>
          <a:xfrm>
            <a:off x="3057800" y="3624180"/>
            <a:ext cx="0" cy="16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79">
            <a:extLst>
              <a:ext uri="{FF2B5EF4-FFF2-40B4-BE49-F238E27FC236}">
                <a16:creationId xmlns:a16="http://schemas.microsoft.com/office/drawing/2014/main" id="{C3E893E9-8E47-BF7F-4CDC-04223057308C}"/>
              </a:ext>
            </a:extLst>
          </p:cNvPr>
          <p:cNvSpPr txBox="1"/>
          <p:nvPr/>
        </p:nvSpPr>
        <p:spPr>
          <a:xfrm>
            <a:off x="2816294" y="3393869"/>
            <a:ext cx="748034" cy="267424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Lock(M2)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8F76B181-926B-3E38-7551-127B4B138293}"/>
              </a:ext>
            </a:extLst>
          </p:cNvPr>
          <p:cNvSpPr/>
          <p:nvPr/>
        </p:nvSpPr>
        <p:spPr>
          <a:xfrm>
            <a:off x="5842343" y="2871795"/>
            <a:ext cx="211978" cy="275227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15" name="직선 화살표 연결선 214">
            <a:extLst>
              <a:ext uri="{FF2B5EF4-FFF2-40B4-BE49-F238E27FC236}">
                <a16:creationId xmlns:a16="http://schemas.microsoft.com/office/drawing/2014/main" id="{7FFC93DF-4B5A-919A-4288-6DD712133D55}"/>
              </a:ext>
            </a:extLst>
          </p:cNvPr>
          <p:cNvCxnSpPr>
            <a:cxnSpLocks/>
          </p:cNvCxnSpPr>
          <p:nvPr/>
        </p:nvCxnSpPr>
        <p:spPr>
          <a:xfrm>
            <a:off x="6043807" y="2700658"/>
            <a:ext cx="0" cy="16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C2AB44-8625-6016-4C48-2F8E01ABE10F}"/>
              </a:ext>
            </a:extLst>
          </p:cNvPr>
          <p:cNvSpPr/>
          <p:nvPr/>
        </p:nvSpPr>
        <p:spPr>
          <a:xfrm>
            <a:off x="3052216" y="3789505"/>
            <a:ext cx="215239" cy="275369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15795ED2-C61E-33B0-9931-DEB37222BE7F}"/>
              </a:ext>
            </a:extLst>
          </p:cNvPr>
          <p:cNvSpPr/>
          <p:nvPr/>
        </p:nvSpPr>
        <p:spPr>
          <a:xfrm>
            <a:off x="3480477" y="3785218"/>
            <a:ext cx="214357" cy="277131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8" name="텍스트 상자 351">
            <a:extLst>
              <a:ext uri="{FF2B5EF4-FFF2-40B4-BE49-F238E27FC236}">
                <a16:creationId xmlns:a16="http://schemas.microsoft.com/office/drawing/2014/main" id="{FA799A71-35BC-2F4B-D081-AF8D57EDC73C}"/>
              </a:ext>
            </a:extLst>
          </p:cNvPr>
          <p:cNvSpPr txBox="1"/>
          <p:nvPr/>
        </p:nvSpPr>
        <p:spPr>
          <a:xfrm>
            <a:off x="4296820" y="2821608"/>
            <a:ext cx="293786" cy="3565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endParaRPr kumimoji="1"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3" name="TextBox 81">
            <a:extLst>
              <a:ext uri="{FF2B5EF4-FFF2-40B4-BE49-F238E27FC236}">
                <a16:creationId xmlns:a16="http://schemas.microsoft.com/office/drawing/2014/main" id="{250FFCE4-B10A-DB7F-A5E6-705849B4C147}"/>
              </a:ext>
            </a:extLst>
          </p:cNvPr>
          <p:cNvSpPr txBox="1"/>
          <p:nvPr/>
        </p:nvSpPr>
        <p:spPr>
          <a:xfrm>
            <a:off x="4122850" y="3248613"/>
            <a:ext cx="984125" cy="267424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Try Lock(M1)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9E20F72F-69C2-D38A-0B3B-526E91DCE296}"/>
              </a:ext>
            </a:extLst>
          </p:cNvPr>
          <p:cNvCxnSpPr>
            <a:cxnSpLocks/>
          </p:cNvCxnSpPr>
          <p:nvPr/>
        </p:nvCxnSpPr>
        <p:spPr>
          <a:xfrm flipH="1" flipV="1">
            <a:off x="4344908" y="3130174"/>
            <a:ext cx="909" cy="206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직선 화살표 연결선 237">
            <a:extLst>
              <a:ext uri="{FF2B5EF4-FFF2-40B4-BE49-F238E27FC236}">
                <a16:creationId xmlns:a16="http://schemas.microsoft.com/office/drawing/2014/main" id="{3D34D6A1-A359-339E-FEFC-350739B8B388}"/>
              </a:ext>
            </a:extLst>
          </p:cNvPr>
          <p:cNvCxnSpPr/>
          <p:nvPr/>
        </p:nvCxnSpPr>
        <p:spPr>
          <a:xfrm flipV="1">
            <a:off x="2837049" y="3541943"/>
            <a:ext cx="0" cy="529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DF29C07B-0EE8-12C5-0445-779587F41A2F}"/>
              </a:ext>
            </a:extLst>
          </p:cNvPr>
          <p:cNvCxnSpPr/>
          <p:nvPr/>
        </p:nvCxnSpPr>
        <p:spPr>
          <a:xfrm flipV="1">
            <a:off x="3266346" y="2617244"/>
            <a:ext cx="0" cy="529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78018C58-8D50-6662-BF72-95E7BCDDF8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" t="105" r="25017" b="246"/>
          <a:stretch/>
        </p:blipFill>
        <p:spPr>
          <a:xfrm>
            <a:off x="7978621" y="2458800"/>
            <a:ext cx="3910469" cy="318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41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98A2A78D-3087-E3A1-6CDB-9FBA860C94D5}"/>
              </a:ext>
            </a:extLst>
          </p:cNvPr>
          <p:cNvGrpSpPr/>
          <p:nvPr/>
        </p:nvGrpSpPr>
        <p:grpSpPr>
          <a:xfrm>
            <a:off x="1731953" y="2982499"/>
            <a:ext cx="437243" cy="2155333"/>
            <a:chOff x="2568676" y="2123464"/>
            <a:chExt cx="630223" cy="2245027"/>
          </a:xfrm>
        </p:grpSpPr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1E00C9DE-0927-D7B4-FBDA-588B787E04A7}"/>
                </a:ext>
              </a:extLst>
            </p:cNvPr>
            <p:cNvSpPr txBox="1"/>
            <p:nvPr/>
          </p:nvSpPr>
          <p:spPr>
            <a:xfrm>
              <a:off x="2603262" y="2123464"/>
              <a:ext cx="578632" cy="3714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9BE02243-C615-FDF0-81AC-4C4D0E71DE0E}"/>
                </a:ext>
              </a:extLst>
            </p:cNvPr>
            <p:cNvSpPr txBox="1"/>
            <p:nvPr/>
          </p:nvSpPr>
          <p:spPr>
            <a:xfrm>
              <a:off x="2603261" y="3997087"/>
              <a:ext cx="595638" cy="3714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 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E9E50AEC-E508-8C10-B178-39B745B6DE9E}"/>
                </a:ext>
              </a:extLst>
            </p:cNvPr>
            <p:cNvSpPr txBox="1"/>
            <p:nvPr/>
          </p:nvSpPr>
          <p:spPr>
            <a:xfrm>
              <a:off x="2568676" y="2971107"/>
              <a:ext cx="597763" cy="3714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380" name="직선 화살표 연결선 379">
            <a:extLst>
              <a:ext uri="{FF2B5EF4-FFF2-40B4-BE49-F238E27FC236}">
                <a16:creationId xmlns:a16="http://schemas.microsoft.com/office/drawing/2014/main" id="{4602C9BF-4278-A194-40C4-4CD91BF5FF34}"/>
              </a:ext>
            </a:extLst>
          </p:cNvPr>
          <p:cNvCxnSpPr/>
          <p:nvPr/>
        </p:nvCxnSpPr>
        <p:spPr>
          <a:xfrm flipV="1">
            <a:off x="4983535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E51C81E2-8286-0C38-5AB2-0B4D72BD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12-1. IPCP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AB4CAC-9252-710C-77A5-EB20C4C4D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6000"/>
            <a:ext cx="11525954" cy="5600392"/>
          </a:xfrm>
        </p:spPr>
        <p:txBody>
          <a:bodyPr/>
          <a:lstStyle/>
          <a:p>
            <a:r>
              <a:rPr kumimoji="1" lang="en-US" altLang="en-US" dirty="0"/>
              <a:t>Mutex</a:t>
            </a:r>
            <a:r>
              <a:rPr kumimoji="1" lang="ko-KR" altLang="en-US" dirty="0"/>
              <a:t>를 </a:t>
            </a:r>
            <a:r>
              <a:rPr kumimoji="1" lang="en-US" altLang="en-US" dirty="0"/>
              <a:t>Resource</a:t>
            </a:r>
            <a:r>
              <a:rPr kumimoji="1" lang="ko-KR" altLang="en-US" dirty="0"/>
              <a:t>로 교체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차이 비교 </a:t>
            </a:r>
            <a:endParaRPr kumimoji="1" lang="en-US" altLang="en-US" dirty="0"/>
          </a:p>
        </p:txBody>
      </p:sp>
      <p:sp>
        <p:nvSpPr>
          <p:cNvPr id="221" name="말풍선: 모서리가 둥근 사각형 220">
            <a:extLst>
              <a:ext uri="{FF2B5EF4-FFF2-40B4-BE49-F238E27FC236}">
                <a16:creationId xmlns:a16="http://schemas.microsoft.com/office/drawing/2014/main" id="{D9F93666-40C4-D4C8-4834-839463ADC156}"/>
              </a:ext>
            </a:extLst>
          </p:cNvPr>
          <p:cNvSpPr/>
          <p:nvPr/>
        </p:nvSpPr>
        <p:spPr>
          <a:xfrm>
            <a:off x="7861394" y="313200"/>
            <a:ext cx="2916900" cy="1200329"/>
          </a:xfrm>
          <a:prstGeom prst="wedgeRoundRectCallout">
            <a:avLst>
              <a:gd name="adj1" fmla="val -93099"/>
              <a:gd name="adj2" fmla="val 2774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ko-KR" sz="1600" dirty="0" err="1"/>
              <a:t>asw.c</a:t>
            </a:r>
            <a:r>
              <a:rPr lang="en-US" altLang="ko-KR" sz="1600" dirty="0"/>
              <a:t> </a:t>
            </a:r>
            <a:r>
              <a:rPr lang="ko-KR" altLang="en-US" sz="1600" dirty="0"/>
              <a:t>파일만 수정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>
                <a:sym typeface="Wingdings" panose="05000000000000000000" pitchFamily="2" charset="2"/>
              </a:rPr>
              <a:t>그림 기반으로 </a:t>
            </a:r>
            <a:r>
              <a:rPr lang="en-US" altLang="ko-KR" sz="1600" dirty="0">
                <a:sym typeface="Wingdings" panose="05000000000000000000" pitchFamily="2" charset="2"/>
              </a:rPr>
              <a:t>10</a:t>
            </a:r>
            <a:r>
              <a:rPr lang="ko-KR" altLang="en-US" sz="1600" dirty="0">
                <a:sym typeface="Wingdings" panose="05000000000000000000" pitchFamily="2" charset="2"/>
              </a:rPr>
              <a:t>번 실습 되짚어가며 진행</a:t>
            </a:r>
            <a:endParaRPr lang="en-US" altLang="ko-KR" sz="1600" dirty="0">
              <a:sym typeface="Wingdings" panose="05000000000000000000" pitchFamily="2" charset="2"/>
            </a:endParaRPr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7E643011-B85A-CBF2-8EE0-57ABFF826559}"/>
              </a:ext>
            </a:extLst>
          </p:cNvPr>
          <p:cNvCxnSpPr/>
          <p:nvPr/>
        </p:nvCxnSpPr>
        <p:spPr>
          <a:xfrm>
            <a:off x="2620248" y="4519595"/>
            <a:ext cx="0" cy="162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79">
            <a:extLst>
              <a:ext uri="{FF2B5EF4-FFF2-40B4-BE49-F238E27FC236}">
                <a16:creationId xmlns:a16="http://schemas.microsoft.com/office/drawing/2014/main" id="{9AEF82D1-951B-FB90-3648-4467AD5F4B6C}"/>
              </a:ext>
            </a:extLst>
          </p:cNvPr>
          <p:cNvSpPr txBox="1"/>
          <p:nvPr/>
        </p:nvSpPr>
        <p:spPr>
          <a:xfrm>
            <a:off x="2352202" y="4322115"/>
            <a:ext cx="778035" cy="26888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Lock(S1)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3" name="TextBox 215">
            <a:extLst>
              <a:ext uri="{FF2B5EF4-FFF2-40B4-BE49-F238E27FC236}">
                <a16:creationId xmlns:a16="http://schemas.microsoft.com/office/drawing/2014/main" id="{F72CE92C-FD8B-A414-74F2-02A301030D9A}"/>
              </a:ext>
            </a:extLst>
          </p:cNvPr>
          <p:cNvSpPr txBox="1"/>
          <p:nvPr/>
        </p:nvSpPr>
        <p:spPr>
          <a:xfrm>
            <a:off x="479091" y="3834908"/>
            <a:ext cx="645291" cy="3585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IPCP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4" name="TextBox 81">
            <a:extLst>
              <a:ext uri="{FF2B5EF4-FFF2-40B4-BE49-F238E27FC236}">
                <a16:creationId xmlns:a16="http://schemas.microsoft.com/office/drawing/2014/main" id="{A4A25D96-559A-033E-A00B-339189C89B5F}"/>
              </a:ext>
            </a:extLst>
          </p:cNvPr>
          <p:cNvSpPr txBox="1"/>
          <p:nvPr/>
        </p:nvSpPr>
        <p:spPr>
          <a:xfrm>
            <a:off x="3376667" y="3296825"/>
            <a:ext cx="778035" cy="26888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Lock(S2)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387FB6DA-55A7-110B-1859-D76BA1BAC158}"/>
              </a:ext>
            </a:extLst>
          </p:cNvPr>
          <p:cNvCxnSpPr/>
          <p:nvPr/>
        </p:nvCxnSpPr>
        <p:spPr>
          <a:xfrm>
            <a:off x="4337920" y="2692720"/>
            <a:ext cx="0" cy="162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81">
            <a:extLst>
              <a:ext uri="{FF2B5EF4-FFF2-40B4-BE49-F238E27FC236}">
                <a16:creationId xmlns:a16="http://schemas.microsoft.com/office/drawing/2014/main" id="{E2001FFA-D750-0ADF-16E6-BC690A3E32FF}"/>
              </a:ext>
            </a:extLst>
          </p:cNvPr>
          <p:cNvSpPr txBox="1"/>
          <p:nvPr/>
        </p:nvSpPr>
        <p:spPr>
          <a:xfrm>
            <a:off x="4026036" y="2478453"/>
            <a:ext cx="778035" cy="26888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Lock(S1)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7" name="TextBox 81">
            <a:extLst>
              <a:ext uri="{FF2B5EF4-FFF2-40B4-BE49-F238E27FC236}">
                <a16:creationId xmlns:a16="http://schemas.microsoft.com/office/drawing/2014/main" id="{3FACD5D0-AEF6-42DF-8BC4-D7BFF9EDF18F}"/>
              </a:ext>
            </a:extLst>
          </p:cNvPr>
          <p:cNvSpPr txBox="1"/>
          <p:nvPr/>
        </p:nvSpPr>
        <p:spPr>
          <a:xfrm>
            <a:off x="4402465" y="3303272"/>
            <a:ext cx="918586" cy="26888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Unlock(S1)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9" name="TextBox 81">
            <a:extLst>
              <a:ext uri="{FF2B5EF4-FFF2-40B4-BE49-F238E27FC236}">
                <a16:creationId xmlns:a16="http://schemas.microsoft.com/office/drawing/2014/main" id="{2AB66FC9-642C-787E-6AE1-808CDBE428AB}"/>
              </a:ext>
            </a:extLst>
          </p:cNvPr>
          <p:cNvSpPr txBox="1"/>
          <p:nvPr/>
        </p:nvSpPr>
        <p:spPr>
          <a:xfrm>
            <a:off x="4918420" y="2469600"/>
            <a:ext cx="918586" cy="26888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Unlock(S2)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2AF6E706-8594-B93C-1351-30481948B8A9}"/>
              </a:ext>
            </a:extLst>
          </p:cNvPr>
          <p:cNvCxnSpPr/>
          <p:nvPr/>
        </p:nvCxnSpPr>
        <p:spPr>
          <a:xfrm>
            <a:off x="3480995" y="4519595"/>
            <a:ext cx="0" cy="162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Box 79">
            <a:extLst>
              <a:ext uri="{FF2B5EF4-FFF2-40B4-BE49-F238E27FC236}">
                <a16:creationId xmlns:a16="http://schemas.microsoft.com/office/drawing/2014/main" id="{DF8880E7-E81F-9454-AD70-61D83CDD46B4}"/>
              </a:ext>
            </a:extLst>
          </p:cNvPr>
          <p:cNvSpPr txBox="1"/>
          <p:nvPr/>
        </p:nvSpPr>
        <p:spPr>
          <a:xfrm>
            <a:off x="3148601" y="4307546"/>
            <a:ext cx="918586" cy="26888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Unlock(S1)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53F6BADE-C491-0068-2638-4A401E145D75}"/>
              </a:ext>
            </a:extLst>
          </p:cNvPr>
          <p:cNvCxnSpPr/>
          <p:nvPr/>
        </p:nvCxnSpPr>
        <p:spPr>
          <a:xfrm>
            <a:off x="5196367" y="2692720"/>
            <a:ext cx="0" cy="162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직선 화살표 연결선 296">
            <a:extLst>
              <a:ext uri="{FF2B5EF4-FFF2-40B4-BE49-F238E27FC236}">
                <a16:creationId xmlns:a16="http://schemas.microsoft.com/office/drawing/2014/main" id="{653AF0AD-C1DE-9EF7-28DE-0A2DBD6F5403}"/>
              </a:ext>
            </a:extLst>
          </p:cNvPr>
          <p:cNvCxnSpPr/>
          <p:nvPr/>
        </p:nvCxnSpPr>
        <p:spPr>
          <a:xfrm flipV="1">
            <a:off x="2837049" y="3541943"/>
            <a:ext cx="0" cy="529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5FBCC605-F2EB-1D1F-9D47-658B68CA24A1}"/>
              </a:ext>
            </a:extLst>
          </p:cNvPr>
          <p:cNvCxnSpPr>
            <a:cxnSpLocks/>
          </p:cNvCxnSpPr>
          <p:nvPr/>
        </p:nvCxnSpPr>
        <p:spPr>
          <a:xfrm>
            <a:off x="5627254" y="3610026"/>
            <a:ext cx="0" cy="162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79">
            <a:extLst>
              <a:ext uri="{FF2B5EF4-FFF2-40B4-BE49-F238E27FC236}">
                <a16:creationId xmlns:a16="http://schemas.microsoft.com/office/drawing/2014/main" id="{26D1F147-B124-B460-8564-39206308C941}"/>
              </a:ext>
            </a:extLst>
          </p:cNvPr>
          <p:cNvSpPr txBox="1"/>
          <p:nvPr/>
        </p:nvSpPr>
        <p:spPr>
          <a:xfrm>
            <a:off x="5218306" y="3389029"/>
            <a:ext cx="792950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Lock(S2)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208D821B-A2BC-F81F-DE4B-D6DC564725D8}"/>
              </a:ext>
            </a:extLst>
          </p:cNvPr>
          <p:cNvCxnSpPr>
            <a:cxnSpLocks/>
          </p:cNvCxnSpPr>
          <p:nvPr/>
        </p:nvCxnSpPr>
        <p:spPr>
          <a:xfrm>
            <a:off x="6058798" y="3610026"/>
            <a:ext cx="0" cy="162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79">
            <a:extLst>
              <a:ext uri="{FF2B5EF4-FFF2-40B4-BE49-F238E27FC236}">
                <a16:creationId xmlns:a16="http://schemas.microsoft.com/office/drawing/2014/main" id="{1D461BA2-E034-0A57-0092-4D4DB0690EC4}"/>
              </a:ext>
            </a:extLst>
          </p:cNvPr>
          <p:cNvSpPr txBox="1"/>
          <p:nvPr/>
        </p:nvSpPr>
        <p:spPr>
          <a:xfrm>
            <a:off x="5883354" y="3407011"/>
            <a:ext cx="943743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Unlock(S2)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51" name="직선 화살표 연결선 350">
            <a:extLst>
              <a:ext uri="{FF2B5EF4-FFF2-40B4-BE49-F238E27FC236}">
                <a16:creationId xmlns:a16="http://schemas.microsoft.com/office/drawing/2014/main" id="{2EDB9771-6BEB-658C-B3B1-037D427D9EEA}"/>
              </a:ext>
            </a:extLst>
          </p:cNvPr>
          <p:cNvCxnSpPr/>
          <p:nvPr/>
        </p:nvCxnSpPr>
        <p:spPr>
          <a:xfrm flipV="1">
            <a:off x="3266346" y="2617244"/>
            <a:ext cx="0" cy="529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왼쪽 중괄호 216">
            <a:extLst>
              <a:ext uri="{FF2B5EF4-FFF2-40B4-BE49-F238E27FC236}">
                <a16:creationId xmlns:a16="http://schemas.microsoft.com/office/drawing/2014/main" id="{977E70DD-806F-4810-24D3-49CE336968E6}"/>
              </a:ext>
            </a:extLst>
          </p:cNvPr>
          <p:cNvSpPr/>
          <p:nvPr/>
        </p:nvSpPr>
        <p:spPr>
          <a:xfrm>
            <a:off x="1331952" y="2977097"/>
            <a:ext cx="397502" cy="2074137"/>
          </a:xfrm>
          <a:prstGeom prst="leftBrace">
            <a:avLst>
              <a:gd name="adj1" fmla="val 2335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66" name="직선 화살표 연결선 365">
            <a:extLst>
              <a:ext uri="{FF2B5EF4-FFF2-40B4-BE49-F238E27FC236}">
                <a16:creationId xmlns:a16="http://schemas.microsoft.com/office/drawing/2014/main" id="{B340B088-BB7F-C5D4-8D67-EEE4C8A4C814}"/>
              </a:ext>
            </a:extLst>
          </p:cNvPr>
          <p:cNvCxnSpPr/>
          <p:nvPr/>
        </p:nvCxnSpPr>
        <p:spPr>
          <a:xfrm>
            <a:off x="2192352" y="3148900"/>
            <a:ext cx="4907994" cy="0"/>
          </a:xfrm>
          <a:prstGeom prst="straightConnector1">
            <a:avLst/>
          </a:prstGeom>
          <a:ln w="127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7" name="직선 화살표 연결선 366">
            <a:extLst>
              <a:ext uri="{FF2B5EF4-FFF2-40B4-BE49-F238E27FC236}">
                <a16:creationId xmlns:a16="http://schemas.microsoft.com/office/drawing/2014/main" id="{E4F577C4-C61B-F3B1-C2F3-BA930FF9A95E}"/>
              </a:ext>
            </a:extLst>
          </p:cNvPr>
          <p:cNvCxnSpPr/>
          <p:nvPr/>
        </p:nvCxnSpPr>
        <p:spPr>
          <a:xfrm flipV="1">
            <a:off x="2193103" y="2958735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8" name="직선 화살표 연결선 367">
            <a:extLst>
              <a:ext uri="{FF2B5EF4-FFF2-40B4-BE49-F238E27FC236}">
                <a16:creationId xmlns:a16="http://schemas.microsoft.com/office/drawing/2014/main" id="{28FE4386-A2D9-92C2-5CB4-7B6F4FD39A59}"/>
              </a:ext>
            </a:extLst>
          </p:cNvPr>
          <p:cNvCxnSpPr/>
          <p:nvPr/>
        </p:nvCxnSpPr>
        <p:spPr>
          <a:xfrm flipV="1">
            <a:off x="2407752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9" name="직선 화살표 연결선 368">
            <a:extLst>
              <a:ext uri="{FF2B5EF4-FFF2-40B4-BE49-F238E27FC236}">
                <a16:creationId xmlns:a16="http://schemas.microsoft.com/office/drawing/2014/main" id="{43218CDB-F51B-D4EB-8C7B-12A48F2366C8}"/>
              </a:ext>
            </a:extLst>
          </p:cNvPr>
          <p:cNvCxnSpPr/>
          <p:nvPr/>
        </p:nvCxnSpPr>
        <p:spPr>
          <a:xfrm flipV="1">
            <a:off x="2622400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0" name="직선 화살표 연결선 369">
            <a:extLst>
              <a:ext uri="{FF2B5EF4-FFF2-40B4-BE49-F238E27FC236}">
                <a16:creationId xmlns:a16="http://schemas.microsoft.com/office/drawing/2014/main" id="{BA87FB94-881D-48DD-3402-1F8ADF598E7C}"/>
              </a:ext>
            </a:extLst>
          </p:cNvPr>
          <p:cNvCxnSpPr/>
          <p:nvPr/>
        </p:nvCxnSpPr>
        <p:spPr>
          <a:xfrm flipV="1">
            <a:off x="2837049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1" name="직선 화살표 연결선 370">
            <a:extLst>
              <a:ext uri="{FF2B5EF4-FFF2-40B4-BE49-F238E27FC236}">
                <a16:creationId xmlns:a16="http://schemas.microsoft.com/office/drawing/2014/main" id="{11B2AE81-2B20-332D-5C27-B1BC53D1DB7F}"/>
              </a:ext>
            </a:extLst>
          </p:cNvPr>
          <p:cNvCxnSpPr/>
          <p:nvPr/>
        </p:nvCxnSpPr>
        <p:spPr>
          <a:xfrm flipV="1">
            <a:off x="3051697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2" name="직선 화살표 연결선 371">
            <a:extLst>
              <a:ext uri="{FF2B5EF4-FFF2-40B4-BE49-F238E27FC236}">
                <a16:creationId xmlns:a16="http://schemas.microsoft.com/office/drawing/2014/main" id="{1376D8E0-CE22-15F1-8FAE-32789A105AC3}"/>
              </a:ext>
            </a:extLst>
          </p:cNvPr>
          <p:cNvCxnSpPr/>
          <p:nvPr/>
        </p:nvCxnSpPr>
        <p:spPr>
          <a:xfrm flipV="1">
            <a:off x="3483449" y="308330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3" name="직선 화살표 연결선 372">
            <a:extLst>
              <a:ext uri="{FF2B5EF4-FFF2-40B4-BE49-F238E27FC236}">
                <a16:creationId xmlns:a16="http://schemas.microsoft.com/office/drawing/2014/main" id="{5463B52B-B08A-8395-DDFE-C3FF448535DC}"/>
              </a:ext>
            </a:extLst>
          </p:cNvPr>
          <p:cNvCxnSpPr/>
          <p:nvPr/>
        </p:nvCxnSpPr>
        <p:spPr>
          <a:xfrm flipV="1">
            <a:off x="3693985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4" name="직선 화살표 연결선 373">
            <a:extLst>
              <a:ext uri="{FF2B5EF4-FFF2-40B4-BE49-F238E27FC236}">
                <a16:creationId xmlns:a16="http://schemas.microsoft.com/office/drawing/2014/main" id="{C11CBC97-C69F-8D38-C943-424B3EA8B7EC}"/>
              </a:ext>
            </a:extLst>
          </p:cNvPr>
          <p:cNvCxnSpPr/>
          <p:nvPr/>
        </p:nvCxnSpPr>
        <p:spPr>
          <a:xfrm flipV="1">
            <a:off x="3910292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5" name="직선 화살표 연결선 374">
            <a:extLst>
              <a:ext uri="{FF2B5EF4-FFF2-40B4-BE49-F238E27FC236}">
                <a16:creationId xmlns:a16="http://schemas.microsoft.com/office/drawing/2014/main" id="{F97A756F-7E3A-FBBF-2366-8136E39B1D7C}"/>
              </a:ext>
            </a:extLst>
          </p:cNvPr>
          <p:cNvCxnSpPr/>
          <p:nvPr/>
        </p:nvCxnSpPr>
        <p:spPr>
          <a:xfrm flipV="1">
            <a:off x="4124941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6" name="직선 화살표 연결선 375">
            <a:extLst>
              <a:ext uri="{FF2B5EF4-FFF2-40B4-BE49-F238E27FC236}">
                <a16:creationId xmlns:a16="http://schemas.microsoft.com/office/drawing/2014/main" id="{59B30F88-5E79-1BC1-C899-0D1993B54622}"/>
              </a:ext>
            </a:extLst>
          </p:cNvPr>
          <p:cNvCxnSpPr/>
          <p:nvPr/>
        </p:nvCxnSpPr>
        <p:spPr>
          <a:xfrm flipV="1">
            <a:off x="3266346" y="296681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7" name="직선 화살표 연결선 376">
            <a:extLst>
              <a:ext uri="{FF2B5EF4-FFF2-40B4-BE49-F238E27FC236}">
                <a16:creationId xmlns:a16="http://schemas.microsoft.com/office/drawing/2014/main" id="{34D41783-999B-3164-390D-696F20BBA7E4}"/>
              </a:ext>
            </a:extLst>
          </p:cNvPr>
          <p:cNvCxnSpPr/>
          <p:nvPr/>
        </p:nvCxnSpPr>
        <p:spPr>
          <a:xfrm flipV="1">
            <a:off x="4339590" y="296681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8" name="직선 화살표 연결선 377">
            <a:extLst>
              <a:ext uri="{FF2B5EF4-FFF2-40B4-BE49-F238E27FC236}">
                <a16:creationId xmlns:a16="http://schemas.microsoft.com/office/drawing/2014/main" id="{6403816D-DDEF-3484-D474-E353A0AC6E3A}"/>
              </a:ext>
            </a:extLst>
          </p:cNvPr>
          <p:cNvCxnSpPr/>
          <p:nvPr/>
        </p:nvCxnSpPr>
        <p:spPr>
          <a:xfrm flipV="1">
            <a:off x="4554238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9" name="직선 화살표 연결선 378">
            <a:extLst>
              <a:ext uri="{FF2B5EF4-FFF2-40B4-BE49-F238E27FC236}">
                <a16:creationId xmlns:a16="http://schemas.microsoft.com/office/drawing/2014/main" id="{B81AB899-D41F-DAEE-0498-1AAEE081BB06}"/>
              </a:ext>
            </a:extLst>
          </p:cNvPr>
          <p:cNvCxnSpPr/>
          <p:nvPr/>
        </p:nvCxnSpPr>
        <p:spPr>
          <a:xfrm flipV="1">
            <a:off x="4768887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1" name="직선 화살표 연결선 380">
            <a:extLst>
              <a:ext uri="{FF2B5EF4-FFF2-40B4-BE49-F238E27FC236}">
                <a16:creationId xmlns:a16="http://schemas.microsoft.com/office/drawing/2014/main" id="{3315B54B-A0C0-3E86-677A-91D003DFB313}"/>
              </a:ext>
            </a:extLst>
          </p:cNvPr>
          <p:cNvCxnSpPr/>
          <p:nvPr/>
        </p:nvCxnSpPr>
        <p:spPr>
          <a:xfrm flipV="1">
            <a:off x="5198184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2" name="직선 화살표 연결선 381">
            <a:extLst>
              <a:ext uri="{FF2B5EF4-FFF2-40B4-BE49-F238E27FC236}">
                <a16:creationId xmlns:a16="http://schemas.microsoft.com/office/drawing/2014/main" id="{C30EDDEA-510F-479C-FBF8-5593AD31E827}"/>
              </a:ext>
            </a:extLst>
          </p:cNvPr>
          <p:cNvCxnSpPr/>
          <p:nvPr/>
        </p:nvCxnSpPr>
        <p:spPr>
          <a:xfrm flipV="1">
            <a:off x="5412832" y="296681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3" name="직선 화살표 연결선 382">
            <a:extLst>
              <a:ext uri="{FF2B5EF4-FFF2-40B4-BE49-F238E27FC236}">
                <a16:creationId xmlns:a16="http://schemas.microsoft.com/office/drawing/2014/main" id="{2588DB70-F95D-6267-5367-E6DAA55E4317}"/>
              </a:ext>
            </a:extLst>
          </p:cNvPr>
          <p:cNvCxnSpPr/>
          <p:nvPr/>
        </p:nvCxnSpPr>
        <p:spPr>
          <a:xfrm flipV="1">
            <a:off x="5627481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4" name="직선 화살표 연결선 383">
            <a:extLst>
              <a:ext uri="{FF2B5EF4-FFF2-40B4-BE49-F238E27FC236}">
                <a16:creationId xmlns:a16="http://schemas.microsoft.com/office/drawing/2014/main" id="{1896BB6E-722B-708D-1054-42B2164607FD}"/>
              </a:ext>
            </a:extLst>
          </p:cNvPr>
          <p:cNvCxnSpPr/>
          <p:nvPr/>
        </p:nvCxnSpPr>
        <p:spPr>
          <a:xfrm flipV="1">
            <a:off x="5842130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5" name="직선 화살표 연결선 384">
            <a:extLst>
              <a:ext uri="{FF2B5EF4-FFF2-40B4-BE49-F238E27FC236}">
                <a16:creationId xmlns:a16="http://schemas.microsoft.com/office/drawing/2014/main" id="{916EF5F0-C286-0BE0-EE27-7C41C2045C80}"/>
              </a:ext>
            </a:extLst>
          </p:cNvPr>
          <p:cNvCxnSpPr/>
          <p:nvPr/>
        </p:nvCxnSpPr>
        <p:spPr>
          <a:xfrm flipV="1">
            <a:off x="6056779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6" name="직선 화살표 연결선 385">
            <a:extLst>
              <a:ext uri="{FF2B5EF4-FFF2-40B4-BE49-F238E27FC236}">
                <a16:creationId xmlns:a16="http://schemas.microsoft.com/office/drawing/2014/main" id="{FE9899B6-09C2-7D00-FA9A-9F71C2276939}"/>
              </a:ext>
            </a:extLst>
          </p:cNvPr>
          <p:cNvCxnSpPr/>
          <p:nvPr/>
        </p:nvCxnSpPr>
        <p:spPr>
          <a:xfrm flipV="1">
            <a:off x="6271428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7" name="직선 화살표 연결선 386">
            <a:extLst>
              <a:ext uri="{FF2B5EF4-FFF2-40B4-BE49-F238E27FC236}">
                <a16:creationId xmlns:a16="http://schemas.microsoft.com/office/drawing/2014/main" id="{3D1FF80C-66CF-FA99-0146-D1AB2C87B171}"/>
              </a:ext>
            </a:extLst>
          </p:cNvPr>
          <p:cNvCxnSpPr/>
          <p:nvPr/>
        </p:nvCxnSpPr>
        <p:spPr>
          <a:xfrm flipV="1">
            <a:off x="6486067" y="296681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8" name="직선 화살표 연결선 387">
            <a:extLst>
              <a:ext uri="{FF2B5EF4-FFF2-40B4-BE49-F238E27FC236}">
                <a16:creationId xmlns:a16="http://schemas.microsoft.com/office/drawing/2014/main" id="{D2F05055-04C3-4F57-57F6-7DF60FBF1CA4}"/>
              </a:ext>
            </a:extLst>
          </p:cNvPr>
          <p:cNvCxnSpPr>
            <a:cxnSpLocks/>
          </p:cNvCxnSpPr>
          <p:nvPr/>
        </p:nvCxnSpPr>
        <p:spPr>
          <a:xfrm flipH="1" flipV="1">
            <a:off x="3693396" y="3157294"/>
            <a:ext cx="909" cy="206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Box 390">
            <a:extLst>
              <a:ext uri="{FF2B5EF4-FFF2-40B4-BE49-F238E27FC236}">
                <a16:creationId xmlns:a16="http://schemas.microsoft.com/office/drawing/2014/main" id="{B5AA6CBD-3093-0F3E-7039-8CBAE1C10D2E}"/>
              </a:ext>
            </a:extLst>
          </p:cNvPr>
          <p:cNvSpPr txBox="1"/>
          <p:nvPr/>
        </p:nvSpPr>
        <p:spPr>
          <a:xfrm>
            <a:off x="7057497" y="2966811"/>
            <a:ext cx="633942" cy="356566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0A9736AA-6696-2D63-A5B7-2967CE6143E5}"/>
              </a:ext>
            </a:extLst>
          </p:cNvPr>
          <p:cNvSpPr/>
          <p:nvPr/>
        </p:nvSpPr>
        <p:spPr>
          <a:xfrm>
            <a:off x="3481809" y="2871280"/>
            <a:ext cx="216429" cy="275769"/>
          </a:xfrm>
          <a:prstGeom prst="rect">
            <a:avLst/>
          </a:prstGeom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7F6AD8A6-468D-B1B1-18E8-C8052538699C}"/>
              </a:ext>
            </a:extLst>
          </p:cNvPr>
          <p:cNvSpPr/>
          <p:nvPr/>
        </p:nvSpPr>
        <p:spPr>
          <a:xfrm>
            <a:off x="3701578" y="2871280"/>
            <a:ext cx="636342" cy="275769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9357F18F-0D5B-EFEE-EE66-927FEC7FC2F1}"/>
              </a:ext>
            </a:extLst>
          </p:cNvPr>
          <p:cNvSpPr/>
          <p:nvPr/>
        </p:nvSpPr>
        <p:spPr>
          <a:xfrm>
            <a:off x="5196367" y="2872557"/>
            <a:ext cx="216466" cy="275769"/>
          </a:xfrm>
          <a:prstGeom prst="rect">
            <a:avLst/>
          </a:prstGeom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1D0CE1D4-1E0F-82DB-469D-69802F4CCF39}"/>
              </a:ext>
            </a:extLst>
          </p:cNvPr>
          <p:cNvSpPr/>
          <p:nvPr/>
        </p:nvSpPr>
        <p:spPr>
          <a:xfrm>
            <a:off x="4341568" y="2872800"/>
            <a:ext cx="640011" cy="275769"/>
          </a:xfrm>
          <a:prstGeom prst="rect">
            <a:avLst/>
          </a:prstGeom>
          <a:pattFill prst="openDmnd">
            <a:fgClr>
              <a:schemeClr val="accent1"/>
            </a:fgClr>
            <a:bgClr>
              <a:schemeClr val="bg1"/>
            </a:bgClr>
          </a:pattFill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F306431-E542-B651-FCCE-8C38231CF772}"/>
              </a:ext>
            </a:extLst>
          </p:cNvPr>
          <p:cNvSpPr/>
          <p:nvPr/>
        </p:nvSpPr>
        <p:spPr>
          <a:xfrm>
            <a:off x="4982487" y="2872800"/>
            <a:ext cx="216000" cy="276069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92" name="직선 화살표 연결선 391">
            <a:extLst>
              <a:ext uri="{FF2B5EF4-FFF2-40B4-BE49-F238E27FC236}">
                <a16:creationId xmlns:a16="http://schemas.microsoft.com/office/drawing/2014/main" id="{CA7B41ED-E9C1-F14E-C6E1-5B31DCDDE947}"/>
              </a:ext>
            </a:extLst>
          </p:cNvPr>
          <p:cNvCxnSpPr>
            <a:cxnSpLocks/>
          </p:cNvCxnSpPr>
          <p:nvPr/>
        </p:nvCxnSpPr>
        <p:spPr>
          <a:xfrm flipH="1" flipV="1">
            <a:off x="4982994" y="3160782"/>
            <a:ext cx="909" cy="206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화살표 연결선 392">
            <a:extLst>
              <a:ext uri="{FF2B5EF4-FFF2-40B4-BE49-F238E27FC236}">
                <a16:creationId xmlns:a16="http://schemas.microsoft.com/office/drawing/2014/main" id="{EA3F83EA-F7CD-57E5-464B-9E595DBD5573}"/>
              </a:ext>
            </a:extLst>
          </p:cNvPr>
          <p:cNvCxnSpPr/>
          <p:nvPr/>
        </p:nvCxnSpPr>
        <p:spPr>
          <a:xfrm>
            <a:off x="2192352" y="4063671"/>
            <a:ext cx="4907994" cy="0"/>
          </a:xfrm>
          <a:prstGeom prst="straightConnector1">
            <a:avLst/>
          </a:prstGeom>
          <a:ln w="127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4" name="직선 화살표 연결선 393">
            <a:extLst>
              <a:ext uri="{FF2B5EF4-FFF2-40B4-BE49-F238E27FC236}">
                <a16:creationId xmlns:a16="http://schemas.microsoft.com/office/drawing/2014/main" id="{9270C9B6-2012-A742-59AC-837E0B4D9D80}"/>
              </a:ext>
            </a:extLst>
          </p:cNvPr>
          <p:cNvCxnSpPr/>
          <p:nvPr/>
        </p:nvCxnSpPr>
        <p:spPr>
          <a:xfrm flipV="1">
            <a:off x="2193103" y="387350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5" name="직선 화살표 연결선 394">
            <a:extLst>
              <a:ext uri="{FF2B5EF4-FFF2-40B4-BE49-F238E27FC236}">
                <a16:creationId xmlns:a16="http://schemas.microsoft.com/office/drawing/2014/main" id="{C369D7DF-13CB-0474-F323-9E2A786A5D12}"/>
              </a:ext>
            </a:extLst>
          </p:cNvPr>
          <p:cNvCxnSpPr/>
          <p:nvPr/>
        </p:nvCxnSpPr>
        <p:spPr>
          <a:xfrm flipV="1">
            <a:off x="2407752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6" name="직선 화살표 연결선 395">
            <a:extLst>
              <a:ext uri="{FF2B5EF4-FFF2-40B4-BE49-F238E27FC236}">
                <a16:creationId xmlns:a16="http://schemas.microsoft.com/office/drawing/2014/main" id="{159E7F5B-00B4-30A3-EBC1-2C559777773B}"/>
              </a:ext>
            </a:extLst>
          </p:cNvPr>
          <p:cNvCxnSpPr/>
          <p:nvPr/>
        </p:nvCxnSpPr>
        <p:spPr>
          <a:xfrm flipV="1">
            <a:off x="2622400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7" name="직선 화살표 연결선 396">
            <a:extLst>
              <a:ext uri="{FF2B5EF4-FFF2-40B4-BE49-F238E27FC236}">
                <a16:creationId xmlns:a16="http://schemas.microsoft.com/office/drawing/2014/main" id="{A65F014F-57AB-8056-974F-1FC83011F2F4}"/>
              </a:ext>
            </a:extLst>
          </p:cNvPr>
          <p:cNvCxnSpPr/>
          <p:nvPr/>
        </p:nvCxnSpPr>
        <p:spPr>
          <a:xfrm flipV="1">
            <a:off x="2837049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8" name="직선 화살표 연결선 397">
            <a:extLst>
              <a:ext uri="{FF2B5EF4-FFF2-40B4-BE49-F238E27FC236}">
                <a16:creationId xmlns:a16="http://schemas.microsoft.com/office/drawing/2014/main" id="{239960DC-6E53-E049-5B34-28547F271D53}"/>
              </a:ext>
            </a:extLst>
          </p:cNvPr>
          <p:cNvCxnSpPr/>
          <p:nvPr/>
        </p:nvCxnSpPr>
        <p:spPr>
          <a:xfrm flipV="1">
            <a:off x="3051697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9" name="직선 화살표 연결선 398">
            <a:extLst>
              <a:ext uri="{FF2B5EF4-FFF2-40B4-BE49-F238E27FC236}">
                <a16:creationId xmlns:a16="http://schemas.microsoft.com/office/drawing/2014/main" id="{72A25625-7736-A220-108F-80731314CDE1}"/>
              </a:ext>
            </a:extLst>
          </p:cNvPr>
          <p:cNvCxnSpPr/>
          <p:nvPr/>
        </p:nvCxnSpPr>
        <p:spPr>
          <a:xfrm flipV="1">
            <a:off x="3480995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0" name="직선 화살표 연결선 399">
            <a:extLst>
              <a:ext uri="{FF2B5EF4-FFF2-40B4-BE49-F238E27FC236}">
                <a16:creationId xmlns:a16="http://schemas.microsoft.com/office/drawing/2014/main" id="{AE94AFBC-F386-E79A-7A9C-A3FB54377F76}"/>
              </a:ext>
            </a:extLst>
          </p:cNvPr>
          <p:cNvCxnSpPr/>
          <p:nvPr/>
        </p:nvCxnSpPr>
        <p:spPr>
          <a:xfrm flipV="1">
            <a:off x="3695643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1" name="직선 화살표 연결선 400">
            <a:extLst>
              <a:ext uri="{FF2B5EF4-FFF2-40B4-BE49-F238E27FC236}">
                <a16:creationId xmlns:a16="http://schemas.microsoft.com/office/drawing/2014/main" id="{A3E2CD4F-5E92-B58B-15AD-0041C6BEF8B1}"/>
              </a:ext>
            </a:extLst>
          </p:cNvPr>
          <p:cNvCxnSpPr/>
          <p:nvPr/>
        </p:nvCxnSpPr>
        <p:spPr>
          <a:xfrm flipV="1">
            <a:off x="3910292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2" name="직선 화살표 연결선 401">
            <a:extLst>
              <a:ext uri="{FF2B5EF4-FFF2-40B4-BE49-F238E27FC236}">
                <a16:creationId xmlns:a16="http://schemas.microsoft.com/office/drawing/2014/main" id="{15B924B1-859C-46C3-3951-E31B65A43070}"/>
              </a:ext>
            </a:extLst>
          </p:cNvPr>
          <p:cNvCxnSpPr/>
          <p:nvPr/>
        </p:nvCxnSpPr>
        <p:spPr>
          <a:xfrm flipV="1">
            <a:off x="4122850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3" name="직선 화살표 연결선 402">
            <a:extLst>
              <a:ext uri="{FF2B5EF4-FFF2-40B4-BE49-F238E27FC236}">
                <a16:creationId xmlns:a16="http://schemas.microsoft.com/office/drawing/2014/main" id="{85BDBD6F-D317-8CA1-96A0-3DD6BA0C2927}"/>
              </a:ext>
            </a:extLst>
          </p:cNvPr>
          <p:cNvCxnSpPr/>
          <p:nvPr/>
        </p:nvCxnSpPr>
        <p:spPr>
          <a:xfrm flipV="1">
            <a:off x="3266346" y="388158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4" name="직선 화살표 연결선 403">
            <a:extLst>
              <a:ext uri="{FF2B5EF4-FFF2-40B4-BE49-F238E27FC236}">
                <a16:creationId xmlns:a16="http://schemas.microsoft.com/office/drawing/2014/main" id="{07CFDFF4-C8A4-19A4-5574-336CF2D0AC1E}"/>
              </a:ext>
            </a:extLst>
          </p:cNvPr>
          <p:cNvCxnSpPr/>
          <p:nvPr/>
        </p:nvCxnSpPr>
        <p:spPr>
          <a:xfrm flipV="1">
            <a:off x="4339590" y="388158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5" name="직선 화살표 연결선 404">
            <a:extLst>
              <a:ext uri="{FF2B5EF4-FFF2-40B4-BE49-F238E27FC236}">
                <a16:creationId xmlns:a16="http://schemas.microsoft.com/office/drawing/2014/main" id="{C12F89D4-5C43-3B78-B616-123A271A0A67}"/>
              </a:ext>
            </a:extLst>
          </p:cNvPr>
          <p:cNvCxnSpPr/>
          <p:nvPr/>
        </p:nvCxnSpPr>
        <p:spPr>
          <a:xfrm flipV="1">
            <a:off x="4554238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6" name="직선 화살표 연결선 405">
            <a:extLst>
              <a:ext uri="{FF2B5EF4-FFF2-40B4-BE49-F238E27FC236}">
                <a16:creationId xmlns:a16="http://schemas.microsoft.com/office/drawing/2014/main" id="{02CEEA99-A3FA-7378-9CF9-083388F033B3}"/>
              </a:ext>
            </a:extLst>
          </p:cNvPr>
          <p:cNvCxnSpPr/>
          <p:nvPr/>
        </p:nvCxnSpPr>
        <p:spPr>
          <a:xfrm flipV="1">
            <a:off x="4768887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7" name="직선 화살표 연결선 406">
            <a:extLst>
              <a:ext uri="{FF2B5EF4-FFF2-40B4-BE49-F238E27FC236}">
                <a16:creationId xmlns:a16="http://schemas.microsoft.com/office/drawing/2014/main" id="{DD3440EF-08C6-1E7C-B4AD-A1AB42E013C4}"/>
              </a:ext>
            </a:extLst>
          </p:cNvPr>
          <p:cNvCxnSpPr/>
          <p:nvPr/>
        </p:nvCxnSpPr>
        <p:spPr>
          <a:xfrm flipV="1">
            <a:off x="4983535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8" name="직선 화살표 연결선 407">
            <a:extLst>
              <a:ext uri="{FF2B5EF4-FFF2-40B4-BE49-F238E27FC236}">
                <a16:creationId xmlns:a16="http://schemas.microsoft.com/office/drawing/2014/main" id="{46C85CF4-60C8-EB7D-E94D-A104965465B8}"/>
              </a:ext>
            </a:extLst>
          </p:cNvPr>
          <p:cNvCxnSpPr/>
          <p:nvPr/>
        </p:nvCxnSpPr>
        <p:spPr>
          <a:xfrm flipV="1">
            <a:off x="5198184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9" name="직선 화살표 연결선 408">
            <a:extLst>
              <a:ext uri="{FF2B5EF4-FFF2-40B4-BE49-F238E27FC236}">
                <a16:creationId xmlns:a16="http://schemas.microsoft.com/office/drawing/2014/main" id="{3E6D6EEA-A8E5-4631-FC0A-3182AD799FDB}"/>
              </a:ext>
            </a:extLst>
          </p:cNvPr>
          <p:cNvCxnSpPr/>
          <p:nvPr/>
        </p:nvCxnSpPr>
        <p:spPr>
          <a:xfrm flipV="1">
            <a:off x="5412832" y="388158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0" name="직선 화살표 연결선 409">
            <a:extLst>
              <a:ext uri="{FF2B5EF4-FFF2-40B4-BE49-F238E27FC236}">
                <a16:creationId xmlns:a16="http://schemas.microsoft.com/office/drawing/2014/main" id="{2EE1D14A-645F-0D74-735E-FA2C18037038}"/>
              </a:ext>
            </a:extLst>
          </p:cNvPr>
          <p:cNvCxnSpPr/>
          <p:nvPr/>
        </p:nvCxnSpPr>
        <p:spPr>
          <a:xfrm flipV="1">
            <a:off x="5627481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1" name="직선 화살표 연결선 410">
            <a:extLst>
              <a:ext uri="{FF2B5EF4-FFF2-40B4-BE49-F238E27FC236}">
                <a16:creationId xmlns:a16="http://schemas.microsoft.com/office/drawing/2014/main" id="{A1CB2801-FBCE-C2A4-8B49-A876DDE983A6}"/>
              </a:ext>
            </a:extLst>
          </p:cNvPr>
          <p:cNvCxnSpPr/>
          <p:nvPr/>
        </p:nvCxnSpPr>
        <p:spPr>
          <a:xfrm flipV="1">
            <a:off x="5842130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2" name="직선 화살표 연결선 411">
            <a:extLst>
              <a:ext uri="{FF2B5EF4-FFF2-40B4-BE49-F238E27FC236}">
                <a16:creationId xmlns:a16="http://schemas.microsoft.com/office/drawing/2014/main" id="{FD69BE6D-B305-5B8E-07E1-0552B9D9E13E}"/>
              </a:ext>
            </a:extLst>
          </p:cNvPr>
          <p:cNvCxnSpPr/>
          <p:nvPr/>
        </p:nvCxnSpPr>
        <p:spPr>
          <a:xfrm flipV="1">
            <a:off x="6056779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3" name="직선 화살표 연결선 412">
            <a:extLst>
              <a:ext uri="{FF2B5EF4-FFF2-40B4-BE49-F238E27FC236}">
                <a16:creationId xmlns:a16="http://schemas.microsoft.com/office/drawing/2014/main" id="{07545AEA-F6D4-EC75-BB77-264E5275222C}"/>
              </a:ext>
            </a:extLst>
          </p:cNvPr>
          <p:cNvCxnSpPr/>
          <p:nvPr/>
        </p:nvCxnSpPr>
        <p:spPr>
          <a:xfrm flipV="1">
            <a:off x="6271428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4" name="직선 화살표 연결선 413">
            <a:extLst>
              <a:ext uri="{FF2B5EF4-FFF2-40B4-BE49-F238E27FC236}">
                <a16:creationId xmlns:a16="http://schemas.microsoft.com/office/drawing/2014/main" id="{E4FA4D0B-4081-4E30-1731-772EA122F4D6}"/>
              </a:ext>
            </a:extLst>
          </p:cNvPr>
          <p:cNvCxnSpPr/>
          <p:nvPr/>
        </p:nvCxnSpPr>
        <p:spPr>
          <a:xfrm flipV="1">
            <a:off x="6486067" y="388158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B792DC79-2CAE-6A5D-9190-34F08DBACB77}"/>
              </a:ext>
            </a:extLst>
          </p:cNvPr>
          <p:cNvSpPr/>
          <p:nvPr/>
        </p:nvSpPr>
        <p:spPr>
          <a:xfrm>
            <a:off x="6056106" y="3786511"/>
            <a:ext cx="215095" cy="277200"/>
          </a:xfrm>
          <a:prstGeom prst="rect">
            <a:avLst/>
          </a:prstGeom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19A861C2-CAA1-D0A9-2C5C-1B83C49214D4}"/>
              </a:ext>
            </a:extLst>
          </p:cNvPr>
          <p:cNvSpPr/>
          <p:nvPr/>
        </p:nvSpPr>
        <p:spPr>
          <a:xfrm>
            <a:off x="5413756" y="3787200"/>
            <a:ext cx="213498" cy="277200"/>
          </a:xfrm>
          <a:prstGeom prst="rect">
            <a:avLst/>
          </a:prstGeom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F82CF5F1-6C70-DDC2-EE85-D2F00DA7D042}"/>
              </a:ext>
            </a:extLst>
          </p:cNvPr>
          <p:cNvSpPr/>
          <p:nvPr/>
        </p:nvSpPr>
        <p:spPr>
          <a:xfrm>
            <a:off x="5628891" y="3787200"/>
            <a:ext cx="432000" cy="277200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59" name="직선 화살표 연결선 458">
            <a:extLst>
              <a:ext uri="{FF2B5EF4-FFF2-40B4-BE49-F238E27FC236}">
                <a16:creationId xmlns:a16="http://schemas.microsoft.com/office/drawing/2014/main" id="{7B44FCC0-32A7-8CE1-3DBA-9836F9138F42}"/>
              </a:ext>
            </a:extLst>
          </p:cNvPr>
          <p:cNvCxnSpPr/>
          <p:nvPr/>
        </p:nvCxnSpPr>
        <p:spPr>
          <a:xfrm>
            <a:off x="2192352" y="4963354"/>
            <a:ext cx="4907994" cy="0"/>
          </a:xfrm>
          <a:prstGeom prst="straightConnector1">
            <a:avLst/>
          </a:prstGeom>
          <a:ln w="127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0" name="직선 화살표 연결선 459">
            <a:extLst>
              <a:ext uri="{FF2B5EF4-FFF2-40B4-BE49-F238E27FC236}">
                <a16:creationId xmlns:a16="http://schemas.microsoft.com/office/drawing/2014/main" id="{7E15B4A7-5EE3-F894-B371-93A97B0FF23B}"/>
              </a:ext>
            </a:extLst>
          </p:cNvPr>
          <p:cNvCxnSpPr/>
          <p:nvPr/>
        </p:nvCxnSpPr>
        <p:spPr>
          <a:xfrm flipV="1">
            <a:off x="2193103" y="4773189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1" name="직선 화살표 연결선 460">
            <a:extLst>
              <a:ext uri="{FF2B5EF4-FFF2-40B4-BE49-F238E27FC236}">
                <a16:creationId xmlns:a16="http://schemas.microsoft.com/office/drawing/2014/main" id="{F5A20043-25B5-39E6-E26F-294D43C5B7A5}"/>
              </a:ext>
            </a:extLst>
          </p:cNvPr>
          <p:cNvCxnSpPr/>
          <p:nvPr/>
        </p:nvCxnSpPr>
        <p:spPr>
          <a:xfrm flipV="1">
            <a:off x="2407752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2" name="직선 화살표 연결선 461">
            <a:extLst>
              <a:ext uri="{FF2B5EF4-FFF2-40B4-BE49-F238E27FC236}">
                <a16:creationId xmlns:a16="http://schemas.microsoft.com/office/drawing/2014/main" id="{67C27687-1D16-0BEB-A75E-A758473CA7B3}"/>
              </a:ext>
            </a:extLst>
          </p:cNvPr>
          <p:cNvCxnSpPr/>
          <p:nvPr/>
        </p:nvCxnSpPr>
        <p:spPr>
          <a:xfrm flipV="1">
            <a:off x="2622400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3" name="직선 화살표 연결선 462">
            <a:extLst>
              <a:ext uri="{FF2B5EF4-FFF2-40B4-BE49-F238E27FC236}">
                <a16:creationId xmlns:a16="http://schemas.microsoft.com/office/drawing/2014/main" id="{B5088431-F8A5-C6D6-F6D5-AB86E4DF0E13}"/>
              </a:ext>
            </a:extLst>
          </p:cNvPr>
          <p:cNvCxnSpPr/>
          <p:nvPr/>
        </p:nvCxnSpPr>
        <p:spPr>
          <a:xfrm flipV="1">
            <a:off x="2837049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4" name="직선 화살표 연결선 463">
            <a:extLst>
              <a:ext uri="{FF2B5EF4-FFF2-40B4-BE49-F238E27FC236}">
                <a16:creationId xmlns:a16="http://schemas.microsoft.com/office/drawing/2014/main" id="{312105D3-4E89-8654-8660-CAFD8388B802}"/>
              </a:ext>
            </a:extLst>
          </p:cNvPr>
          <p:cNvCxnSpPr/>
          <p:nvPr/>
        </p:nvCxnSpPr>
        <p:spPr>
          <a:xfrm flipV="1">
            <a:off x="3051697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5" name="직선 화살표 연결선 464">
            <a:extLst>
              <a:ext uri="{FF2B5EF4-FFF2-40B4-BE49-F238E27FC236}">
                <a16:creationId xmlns:a16="http://schemas.microsoft.com/office/drawing/2014/main" id="{68BEF4A0-98A4-30BB-73AF-1FF7F1F44FAB}"/>
              </a:ext>
            </a:extLst>
          </p:cNvPr>
          <p:cNvCxnSpPr/>
          <p:nvPr/>
        </p:nvCxnSpPr>
        <p:spPr>
          <a:xfrm flipV="1">
            <a:off x="3480995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6" name="직선 화살표 연결선 465">
            <a:extLst>
              <a:ext uri="{FF2B5EF4-FFF2-40B4-BE49-F238E27FC236}">
                <a16:creationId xmlns:a16="http://schemas.microsoft.com/office/drawing/2014/main" id="{39DAE01B-0DEC-C4A7-5210-0D6038D94D02}"/>
              </a:ext>
            </a:extLst>
          </p:cNvPr>
          <p:cNvCxnSpPr/>
          <p:nvPr/>
        </p:nvCxnSpPr>
        <p:spPr>
          <a:xfrm flipV="1">
            <a:off x="3695643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7" name="직선 화살표 연결선 466">
            <a:extLst>
              <a:ext uri="{FF2B5EF4-FFF2-40B4-BE49-F238E27FC236}">
                <a16:creationId xmlns:a16="http://schemas.microsoft.com/office/drawing/2014/main" id="{29969CED-01E8-9270-FD4B-9D8D8F881741}"/>
              </a:ext>
            </a:extLst>
          </p:cNvPr>
          <p:cNvCxnSpPr/>
          <p:nvPr/>
        </p:nvCxnSpPr>
        <p:spPr>
          <a:xfrm flipV="1">
            <a:off x="3910292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8" name="직선 화살표 연결선 467">
            <a:extLst>
              <a:ext uri="{FF2B5EF4-FFF2-40B4-BE49-F238E27FC236}">
                <a16:creationId xmlns:a16="http://schemas.microsoft.com/office/drawing/2014/main" id="{910EC923-71E5-F57F-800B-E242461F32E0}"/>
              </a:ext>
            </a:extLst>
          </p:cNvPr>
          <p:cNvCxnSpPr/>
          <p:nvPr/>
        </p:nvCxnSpPr>
        <p:spPr>
          <a:xfrm flipV="1">
            <a:off x="4124941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9" name="직선 화살표 연결선 468">
            <a:extLst>
              <a:ext uri="{FF2B5EF4-FFF2-40B4-BE49-F238E27FC236}">
                <a16:creationId xmlns:a16="http://schemas.microsoft.com/office/drawing/2014/main" id="{F6CC2A73-AA79-684E-F44C-65AF71E0C604}"/>
              </a:ext>
            </a:extLst>
          </p:cNvPr>
          <p:cNvCxnSpPr/>
          <p:nvPr/>
        </p:nvCxnSpPr>
        <p:spPr>
          <a:xfrm flipV="1">
            <a:off x="3266346" y="478126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0" name="직선 화살표 연결선 469">
            <a:extLst>
              <a:ext uri="{FF2B5EF4-FFF2-40B4-BE49-F238E27FC236}">
                <a16:creationId xmlns:a16="http://schemas.microsoft.com/office/drawing/2014/main" id="{20B941FD-087F-C8D0-6B8A-1B9B83D19227}"/>
              </a:ext>
            </a:extLst>
          </p:cNvPr>
          <p:cNvCxnSpPr/>
          <p:nvPr/>
        </p:nvCxnSpPr>
        <p:spPr>
          <a:xfrm flipV="1">
            <a:off x="4339590" y="478126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1" name="직선 화살표 연결선 470">
            <a:extLst>
              <a:ext uri="{FF2B5EF4-FFF2-40B4-BE49-F238E27FC236}">
                <a16:creationId xmlns:a16="http://schemas.microsoft.com/office/drawing/2014/main" id="{99AEE03B-FEF4-CD10-729A-E552A7D66EF3}"/>
              </a:ext>
            </a:extLst>
          </p:cNvPr>
          <p:cNvCxnSpPr/>
          <p:nvPr/>
        </p:nvCxnSpPr>
        <p:spPr>
          <a:xfrm flipV="1">
            <a:off x="4554238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2" name="직선 화살표 연결선 471">
            <a:extLst>
              <a:ext uri="{FF2B5EF4-FFF2-40B4-BE49-F238E27FC236}">
                <a16:creationId xmlns:a16="http://schemas.microsoft.com/office/drawing/2014/main" id="{D4B72349-AA6E-00C6-2E41-FECE74F12239}"/>
              </a:ext>
            </a:extLst>
          </p:cNvPr>
          <p:cNvCxnSpPr/>
          <p:nvPr/>
        </p:nvCxnSpPr>
        <p:spPr>
          <a:xfrm flipV="1">
            <a:off x="4768887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3" name="직선 화살표 연결선 472">
            <a:extLst>
              <a:ext uri="{FF2B5EF4-FFF2-40B4-BE49-F238E27FC236}">
                <a16:creationId xmlns:a16="http://schemas.microsoft.com/office/drawing/2014/main" id="{2DD6EB8B-093E-7A13-A548-86BA8BE1A513}"/>
              </a:ext>
            </a:extLst>
          </p:cNvPr>
          <p:cNvCxnSpPr/>
          <p:nvPr/>
        </p:nvCxnSpPr>
        <p:spPr>
          <a:xfrm flipV="1">
            <a:off x="4983535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4" name="직선 화살표 연결선 473">
            <a:extLst>
              <a:ext uri="{FF2B5EF4-FFF2-40B4-BE49-F238E27FC236}">
                <a16:creationId xmlns:a16="http://schemas.microsoft.com/office/drawing/2014/main" id="{4DE37CAB-1ABB-883D-7655-3593D8D0855C}"/>
              </a:ext>
            </a:extLst>
          </p:cNvPr>
          <p:cNvCxnSpPr/>
          <p:nvPr/>
        </p:nvCxnSpPr>
        <p:spPr>
          <a:xfrm flipV="1">
            <a:off x="5198184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5" name="직선 화살표 연결선 474">
            <a:extLst>
              <a:ext uri="{FF2B5EF4-FFF2-40B4-BE49-F238E27FC236}">
                <a16:creationId xmlns:a16="http://schemas.microsoft.com/office/drawing/2014/main" id="{29ECF73C-A0A6-817E-C7B8-F2A6B343CECA}"/>
              </a:ext>
            </a:extLst>
          </p:cNvPr>
          <p:cNvCxnSpPr/>
          <p:nvPr/>
        </p:nvCxnSpPr>
        <p:spPr>
          <a:xfrm flipV="1">
            <a:off x="5412832" y="478126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6" name="직선 화살표 연결선 475">
            <a:extLst>
              <a:ext uri="{FF2B5EF4-FFF2-40B4-BE49-F238E27FC236}">
                <a16:creationId xmlns:a16="http://schemas.microsoft.com/office/drawing/2014/main" id="{B6C50A16-4D61-4B4D-789C-B1E3224A338D}"/>
              </a:ext>
            </a:extLst>
          </p:cNvPr>
          <p:cNvCxnSpPr/>
          <p:nvPr/>
        </p:nvCxnSpPr>
        <p:spPr>
          <a:xfrm flipV="1">
            <a:off x="5627481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7" name="직선 화살표 연결선 476">
            <a:extLst>
              <a:ext uri="{FF2B5EF4-FFF2-40B4-BE49-F238E27FC236}">
                <a16:creationId xmlns:a16="http://schemas.microsoft.com/office/drawing/2014/main" id="{BDACCCC2-64BC-62FE-A3FF-56445499BCD0}"/>
              </a:ext>
            </a:extLst>
          </p:cNvPr>
          <p:cNvCxnSpPr/>
          <p:nvPr/>
        </p:nvCxnSpPr>
        <p:spPr>
          <a:xfrm flipV="1">
            <a:off x="5842130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8" name="직선 화살표 연결선 477">
            <a:extLst>
              <a:ext uri="{FF2B5EF4-FFF2-40B4-BE49-F238E27FC236}">
                <a16:creationId xmlns:a16="http://schemas.microsoft.com/office/drawing/2014/main" id="{2AA90FA0-7C8D-9231-5C29-D6D8BA036FB3}"/>
              </a:ext>
            </a:extLst>
          </p:cNvPr>
          <p:cNvCxnSpPr/>
          <p:nvPr/>
        </p:nvCxnSpPr>
        <p:spPr>
          <a:xfrm flipV="1">
            <a:off x="6056779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9" name="직선 화살표 연결선 478">
            <a:extLst>
              <a:ext uri="{FF2B5EF4-FFF2-40B4-BE49-F238E27FC236}">
                <a16:creationId xmlns:a16="http://schemas.microsoft.com/office/drawing/2014/main" id="{AB2D1481-4740-625F-75FA-90A899829499}"/>
              </a:ext>
            </a:extLst>
          </p:cNvPr>
          <p:cNvCxnSpPr/>
          <p:nvPr/>
        </p:nvCxnSpPr>
        <p:spPr>
          <a:xfrm flipV="1">
            <a:off x="6271428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0" name="직선 화살표 연결선 479">
            <a:extLst>
              <a:ext uri="{FF2B5EF4-FFF2-40B4-BE49-F238E27FC236}">
                <a16:creationId xmlns:a16="http://schemas.microsoft.com/office/drawing/2014/main" id="{F460D469-E709-8029-2A87-674F114AFCD4}"/>
              </a:ext>
            </a:extLst>
          </p:cNvPr>
          <p:cNvCxnSpPr/>
          <p:nvPr/>
        </p:nvCxnSpPr>
        <p:spPr>
          <a:xfrm flipV="1">
            <a:off x="6486067" y="478126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CA883075-A72E-42ED-6D4B-B6A2175BE361}"/>
              </a:ext>
            </a:extLst>
          </p:cNvPr>
          <p:cNvSpPr/>
          <p:nvPr/>
        </p:nvSpPr>
        <p:spPr>
          <a:xfrm>
            <a:off x="6271200" y="4683728"/>
            <a:ext cx="216000" cy="277200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5B8B214E-8586-42DB-3D3C-DD1A980AC39C}"/>
              </a:ext>
            </a:extLst>
          </p:cNvPr>
          <p:cNvSpPr/>
          <p:nvPr/>
        </p:nvSpPr>
        <p:spPr>
          <a:xfrm>
            <a:off x="2193266" y="4688913"/>
            <a:ext cx="432000" cy="275769"/>
          </a:xfrm>
          <a:prstGeom prst="rect">
            <a:avLst/>
          </a:prstGeom>
          <a:ln w="127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5A39DD73-E832-4F17-C02F-C23CE6179A88}"/>
              </a:ext>
            </a:extLst>
          </p:cNvPr>
          <p:cNvSpPr/>
          <p:nvPr/>
        </p:nvSpPr>
        <p:spPr>
          <a:xfrm>
            <a:off x="2619449" y="4688913"/>
            <a:ext cx="864000" cy="275769"/>
          </a:xfrm>
          <a:prstGeom prst="rect">
            <a:avLst/>
          </a:prstGeom>
          <a:pattFill prst="wdUpDiag">
            <a:fgClr>
              <a:schemeClr val="accent3"/>
            </a:fgClr>
            <a:bgClr>
              <a:schemeClr val="bg1"/>
            </a:bgClr>
          </a:pattFill>
          <a:ln w="127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81" name="직선 화살표 연결선 480">
            <a:extLst>
              <a:ext uri="{FF2B5EF4-FFF2-40B4-BE49-F238E27FC236}">
                <a16:creationId xmlns:a16="http://schemas.microsoft.com/office/drawing/2014/main" id="{17A627AF-3CAD-3C52-29B8-EBCD0318DCBA}"/>
              </a:ext>
            </a:extLst>
          </p:cNvPr>
          <p:cNvCxnSpPr/>
          <p:nvPr/>
        </p:nvCxnSpPr>
        <p:spPr>
          <a:xfrm flipV="1">
            <a:off x="2192400" y="4441627"/>
            <a:ext cx="0" cy="529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82" name="그림 481">
            <a:extLst>
              <a:ext uri="{FF2B5EF4-FFF2-40B4-BE49-F238E27FC236}">
                <a16:creationId xmlns:a16="http://schemas.microsoft.com/office/drawing/2014/main" id="{C90E902B-A400-1277-D586-C1B758E5DE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398" b="940"/>
          <a:stretch/>
        </p:blipFill>
        <p:spPr>
          <a:xfrm>
            <a:off x="7977601" y="2458800"/>
            <a:ext cx="3907868" cy="3189353"/>
          </a:xfrm>
          <a:prstGeom prst="rect">
            <a:avLst/>
          </a:prstGeom>
        </p:spPr>
      </p:pic>
      <p:sp>
        <p:nvSpPr>
          <p:cNvPr id="483" name="TextBox 482">
            <a:extLst>
              <a:ext uri="{FF2B5EF4-FFF2-40B4-BE49-F238E27FC236}">
                <a16:creationId xmlns:a16="http://schemas.microsoft.com/office/drawing/2014/main" id="{69F352C7-14CD-05EA-EBBD-213ADE444747}"/>
              </a:ext>
            </a:extLst>
          </p:cNvPr>
          <p:cNvSpPr txBox="1"/>
          <p:nvPr/>
        </p:nvSpPr>
        <p:spPr>
          <a:xfrm>
            <a:off x="7057497" y="3881582"/>
            <a:ext cx="633942" cy="356566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2341D4A4-91B8-3834-3601-C4D99CBDF923}"/>
              </a:ext>
            </a:extLst>
          </p:cNvPr>
          <p:cNvSpPr txBox="1"/>
          <p:nvPr/>
        </p:nvSpPr>
        <p:spPr>
          <a:xfrm>
            <a:off x="7057497" y="4781266"/>
            <a:ext cx="633942" cy="356566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1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7F06E-675B-0F37-48CA-AFDABE7A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85C714-EDBC-6A87-E55C-56898F221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en-US" dirty="0"/>
              <a:t>Mutex</a:t>
            </a:r>
            <a:r>
              <a:rPr kumimoji="1" lang="ko-KR" altLang="en-US" dirty="0"/>
              <a:t>로 아래 시스템 구현 </a:t>
            </a:r>
            <a:endParaRPr kumimoji="1"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FA167A7-2A9C-23AF-B0E8-CF59FB25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lang="en-US" altLang="ko-KR" dirty="0">
                <a:ea typeface="Tahoma" panose="020B0604030504040204" pitchFamily="34" charset="0"/>
              </a:rPr>
              <a:t>12-2</a:t>
            </a: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IPCP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말풍선: 모서리가 둥근 사각형 16">
            <a:extLst>
              <a:ext uri="{FF2B5EF4-FFF2-40B4-BE49-F238E27FC236}">
                <a16:creationId xmlns:a16="http://schemas.microsoft.com/office/drawing/2014/main" id="{71B6AECD-00FA-9BDF-762A-36E87517CB4B}"/>
              </a:ext>
            </a:extLst>
          </p:cNvPr>
          <p:cNvSpPr/>
          <p:nvPr/>
        </p:nvSpPr>
        <p:spPr>
          <a:xfrm>
            <a:off x="6163222" y="313782"/>
            <a:ext cx="2916900" cy="1200329"/>
          </a:xfrm>
          <a:prstGeom prst="wedgeRoundRectCallout">
            <a:avLst>
              <a:gd name="adj1" fmla="val -93099"/>
              <a:gd name="adj2" fmla="val 2774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ko-KR" sz="1600" dirty="0" err="1"/>
              <a:t>asw.c</a:t>
            </a:r>
            <a:r>
              <a:rPr lang="en-US" altLang="ko-KR" sz="1600" dirty="0"/>
              <a:t> </a:t>
            </a:r>
            <a:r>
              <a:rPr lang="ko-KR" altLang="en-US" sz="1600" dirty="0"/>
              <a:t>파일만 수정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>
                <a:sym typeface="Wingdings" panose="05000000000000000000" pitchFamily="2" charset="2"/>
              </a:rPr>
              <a:t>그림 기반으로 </a:t>
            </a:r>
            <a:r>
              <a:rPr lang="en-US" altLang="ko-KR" sz="1600" dirty="0">
                <a:sym typeface="Wingdings" panose="05000000000000000000" pitchFamily="2" charset="2"/>
              </a:rPr>
              <a:t>10</a:t>
            </a:r>
            <a:r>
              <a:rPr lang="ko-KR" altLang="en-US" sz="1600" dirty="0">
                <a:sym typeface="Wingdings" panose="05000000000000000000" pitchFamily="2" charset="2"/>
              </a:rPr>
              <a:t>번 실습 되짚어가며 진행</a:t>
            </a:r>
            <a:endParaRPr lang="en-US" altLang="ko-KR" sz="1600" dirty="0">
              <a:sym typeface="Wingdings" panose="05000000000000000000" pitchFamily="2" charset="2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A70E8F0-1938-D656-5898-B32614EC9479}"/>
              </a:ext>
            </a:extLst>
          </p:cNvPr>
          <p:cNvGrpSpPr/>
          <p:nvPr/>
        </p:nvGrpSpPr>
        <p:grpSpPr>
          <a:xfrm>
            <a:off x="273600" y="2530599"/>
            <a:ext cx="7418641" cy="2630998"/>
            <a:chOff x="273600" y="2530599"/>
            <a:chExt cx="7418641" cy="2630998"/>
          </a:xfrm>
        </p:grpSpPr>
        <p:cxnSp>
          <p:nvCxnSpPr>
            <p:cNvPr id="158" name="직선 화살표 연결선 157">
              <a:extLst>
                <a:ext uri="{FF2B5EF4-FFF2-40B4-BE49-F238E27FC236}">
                  <a16:creationId xmlns:a16="http://schemas.microsoft.com/office/drawing/2014/main" id="{0D70EA00-847A-641F-2199-E9905B9D21AC}"/>
                </a:ext>
              </a:extLst>
            </p:cNvPr>
            <p:cNvCxnSpPr>
              <a:cxnSpLocks/>
            </p:cNvCxnSpPr>
            <p:nvPr/>
          </p:nvCxnSpPr>
          <p:spPr>
            <a:xfrm>
              <a:off x="3271426" y="2721931"/>
              <a:ext cx="0" cy="1418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81">
              <a:extLst>
                <a:ext uri="{FF2B5EF4-FFF2-40B4-BE49-F238E27FC236}">
                  <a16:creationId xmlns:a16="http://schemas.microsoft.com/office/drawing/2014/main" id="{24AAEB51-5936-7CAC-24CB-4477900EC7DE}"/>
                </a:ext>
              </a:extLst>
            </p:cNvPr>
            <p:cNvSpPr txBox="1"/>
            <p:nvPr/>
          </p:nvSpPr>
          <p:spPr>
            <a:xfrm>
              <a:off x="3021636" y="2537525"/>
              <a:ext cx="1211791" cy="21779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Lock(M1)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62" name="직선 화살표 연결선 161">
              <a:extLst>
                <a:ext uri="{FF2B5EF4-FFF2-40B4-BE49-F238E27FC236}">
                  <a16:creationId xmlns:a16="http://schemas.microsoft.com/office/drawing/2014/main" id="{FDEB9240-D877-4C54-AADA-5201F86AD581}"/>
                </a:ext>
              </a:extLst>
            </p:cNvPr>
            <p:cNvCxnSpPr>
              <a:cxnSpLocks/>
            </p:cNvCxnSpPr>
            <p:nvPr/>
          </p:nvCxnSpPr>
          <p:spPr>
            <a:xfrm>
              <a:off x="3914335" y="2721931"/>
              <a:ext cx="0" cy="1418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81">
              <a:extLst>
                <a:ext uri="{FF2B5EF4-FFF2-40B4-BE49-F238E27FC236}">
                  <a16:creationId xmlns:a16="http://schemas.microsoft.com/office/drawing/2014/main" id="{170B71B0-F123-8A2C-DE30-851E19DF3F7C}"/>
                </a:ext>
              </a:extLst>
            </p:cNvPr>
            <p:cNvSpPr txBox="1"/>
            <p:nvPr/>
          </p:nvSpPr>
          <p:spPr>
            <a:xfrm>
              <a:off x="3720538" y="2530599"/>
              <a:ext cx="1180607" cy="21779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Try Lock(M2)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4" name="텍스트 상자 240">
              <a:extLst>
                <a:ext uri="{FF2B5EF4-FFF2-40B4-BE49-F238E27FC236}">
                  <a16:creationId xmlns:a16="http://schemas.microsoft.com/office/drawing/2014/main" id="{D2F03C2B-2406-4669-E782-D147F625E282}"/>
                </a:ext>
              </a:extLst>
            </p:cNvPr>
            <p:cNvSpPr txBox="1"/>
            <p:nvPr/>
          </p:nvSpPr>
          <p:spPr>
            <a:xfrm>
              <a:off x="3863669" y="2849201"/>
              <a:ext cx="27448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</a:t>
              </a:r>
              <a:endParaRPr kumimoji="1" lang="ko-KR" altLang="en-US" sz="15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DF93733A-C7F3-AE1E-6D48-B822844947B9}"/>
                </a:ext>
              </a:extLst>
            </p:cNvPr>
            <p:cNvCxnSpPr>
              <a:cxnSpLocks/>
            </p:cNvCxnSpPr>
            <p:nvPr/>
          </p:nvCxnSpPr>
          <p:spPr>
            <a:xfrm>
              <a:off x="2424123" y="4533833"/>
              <a:ext cx="0" cy="1418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3D90C601-2A6F-780F-2C5A-4370A2869083}"/>
                </a:ext>
              </a:extLst>
            </p:cNvPr>
            <p:cNvCxnSpPr>
              <a:cxnSpLocks/>
            </p:cNvCxnSpPr>
            <p:nvPr/>
          </p:nvCxnSpPr>
          <p:spPr>
            <a:xfrm>
              <a:off x="4331584" y="4543680"/>
              <a:ext cx="0" cy="1418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81">
              <a:extLst>
                <a:ext uri="{FF2B5EF4-FFF2-40B4-BE49-F238E27FC236}">
                  <a16:creationId xmlns:a16="http://schemas.microsoft.com/office/drawing/2014/main" id="{85B46C96-7B2D-9320-621C-8B4322025015}"/>
                </a:ext>
              </a:extLst>
            </p:cNvPr>
            <p:cNvSpPr txBox="1"/>
            <p:nvPr/>
          </p:nvSpPr>
          <p:spPr>
            <a:xfrm>
              <a:off x="2250927" y="4358480"/>
              <a:ext cx="1443058" cy="22117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Lock(M2)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4FF891BD-1CCD-013A-2E3F-C51C1F49AEB4}"/>
                </a:ext>
              </a:extLst>
            </p:cNvPr>
            <p:cNvCxnSpPr>
              <a:cxnSpLocks/>
            </p:cNvCxnSpPr>
            <p:nvPr/>
          </p:nvCxnSpPr>
          <p:spPr>
            <a:xfrm>
              <a:off x="4111205" y="3640437"/>
              <a:ext cx="0" cy="1418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81">
              <a:extLst>
                <a:ext uri="{FF2B5EF4-FFF2-40B4-BE49-F238E27FC236}">
                  <a16:creationId xmlns:a16="http://schemas.microsoft.com/office/drawing/2014/main" id="{A22D9516-6D4E-04EA-7CF3-8B4DD8A12024}"/>
                </a:ext>
              </a:extLst>
            </p:cNvPr>
            <p:cNvSpPr txBox="1"/>
            <p:nvPr/>
          </p:nvSpPr>
          <p:spPr>
            <a:xfrm>
              <a:off x="3950526" y="3455463"/>
              <a:ext cx="1302023" cy="21779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Try Lock(M2)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3" name="텍스트 상자 330">
              <a:extLst>
                <a:ext uri="{FF2B5EF4-FFF2-40B4-BE49-F238E27FC236}">
                  <a16:creationId xmlns:a16="http://schemas.microsoft.com/office/drawing/2014/main" id="{54C6EC18-D882-5936-ED3E-1BCE8D45120F}"/>
                </a:ext>
              </a:extLst>
            </p:cNvPr>
            <p:cNvSpPr txBox="1"/>
            <p:nvPr/>
          </p:nvSpPr>
          <p:spPr>
            <a:xfrm>
              <a:off x="4074448" y="3765284"/>
              <a:ext cx="27448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</a:t>
              </a:r>
              <a:endParaRPr kumimoji="1" lang="ko-KR" altLang="en-US" sz="15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4" name="TextBox 81">
              <a:extLst>
                <a:ext uri="{FF2B5EF4-FFF2-40B4-BE49-F238E27FC236}">
                  <a16:creationId xmlns:a16="http://schemas.microsoft.com/office/drawing/2014/main" id="{F6CB3B81-0C96-886D-4534-C6552BBB3E23}"/>
                </a:ext>
              </a:extLst>
            </p:cNvPr>
            <p:cNvSpPr txBox="1"/>
            <p:nvPr/>
          </p:nvSpPr>
          <p:spPr>
            <a:xfrm>
              <a:off x="4122848" y="4357707"/>
              <a:ext cx="1343819" cy="22117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Try Lock(M1)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5" name="텍스트 상자 330">
              <a:extLst>
                <a:ext uri="{FF2B5EF4-FFF2-40B4-BE49-F238E27FC236}">
                  <a16:creationId xmlns:a16="http://schemas.microsoft.com/office/drawing/2014/main" id="{FA6E2974-FC22-14D6-13F8-D3B46870ACF6}"/>
                </a:ext>
              </a:extLst>
            </p:cNvPr>
            <p:cNvSpPr txBox="1"/>
            <p:nvPr/>
          </p:nvSpPr>
          <p:spPr>
            <a:xfrm>
              <a:off x="4279007" y="4655276"/>
              <a:ext cx="27448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</a:t>
              </a:r>
              <a:endParaRPr kumimoji="1" lang="ko-KR" altLang="en-US" sz="15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5AF715EB-A585-11AE-A0F4-855A0AE8D2F1}"/>
                </a:ext>
              </a:extLst>
            </p:cNvPr>
            <p:cNvSpPr txBox="1"/>
            <p:nvPr/>
          </p:nvSpPr>
          <p:spPr>
            <a:xfrm>
              <a:off x="7058299" y="3882047"/>
              <a:ext cx="633942" cy="356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Time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49E6E361-6765-7CF4-EB92-0507BFE501D7}"/>
                </a:ext>
              </a:extLst>
            </p:cNvPr>
            <p:cNvSpPr txBox="1"/>
            <p:nvPr/>
          </p:nvSpPr>
          <p:spPr>
            <a:xfrm>
              <a:off x="7058299" y="4781731"/>
              <a:ext cx="633942" cy="356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Time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504" name="그룹 503">
              <a:extLst>
                <a:ext uri="{FF2B5EF4-FFF2-40B4-BE49-F238E27FC236}">
                  <a16:creationId xmlns:a16="http://schemas.microsoft.com/office/drawing/2014/main" id="{C2B0C265-CB2F-10B4-5F13-52C0542E2C93}"/>
                </a:ext>
              </a:extLst>
            </p:cNvPr>
            <p:cNvGrpSpPr/>
            <p:nvPr/>
          </p:nvGrpSpPr>
          <p:grpSpPr>
            <a:xfrm>
              <a:off x="1732755" y="2982964"/>
              <a:ext cx="437243" cy="2155333"/>
              <a:chOff x="2568676" y="2123464"/>
              <a:chExt cx="630223" cy="2245027"/>
            </a:xfrm>
          </p:grpSpPr>
          <p:sp>
            <p:nvSpPr>
              <p:cNvPr id="507" name="TextBox 506">
                <a:extLst>
                  <a:ext uri="{FF2B5EF4-FFF2-40B4-BE49-F238E27FC236}">
                    <a16:creationId xmlns:a16="http://schemas.microsoft.com/office/drawing/2014/main" id="{1D7B039E-CCED-2CFA-2190-FC8292F821BA}"/>
                  </a:ext>
                </a:extLst>
              </p:cNvPr>
              <p:cNvSpPr txBox="1"/>
              <p:nvPr/>
            </p:nvSpPr>
            <p:spPr>
              <a:xfrm>
                <a:off x="2603262" y="2123464"/>
                <a:ext cx="578632" cy="37140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</a:t>
                </a:r>
                <a:r>
                  <a:rPr lang="en-US" altLang="ko-KR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</a:t>
                </a:r>
                <a:endParaRPr lang="ko-KR" altLang="en-US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508" name="TextBox 507">
                <a:extLst>
                  <a:ext uri="{FF2B5EF4-FFF2-40B4-BE49-F238E27FC236}">
                    <a16:creationId xmlns:a16="http://schemas.microsoft.com/office/drawing/2014/main" id="{93B5B464-F1F4-DACE-53C6-B45EBFB5ED58}"/>
                  </a:ext>
                </a:extLst>
              </p:cNvPr>
              <p:cNvSpPr txBox="1"/>
              <p:nvPr/>
            </p:nvSpPr>
            <p:spPr>
              <a:xfrm>
                <a:off x="2603261" y="3997087"/>
                <a:ext cx="595638" cy="37140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</a:t>
                </a:r>
                <a:r>
                  <a:rPr lang="en-US" altLang="ko-KR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 </a:t>
                </a:r>
                <a:endParaRPr lang="ko-KR" altLang="en-US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509" name="TextBox 508">
                <a:extLst>
                  <a:ext uri="{FF2B5EF4-FFF2-40B4-BE49-F238E27FC236}">
                    <a16:creationId xmlns:a16="http://schemas.microsoft.com/office/drawing/2014/main" id="{3B2A387B-28C1-2DC8-12BA-4ABBD01F80F7}"/>
                  </a:ext>
                </a:extLst>
              </p:cNvPr>
              <p:cNvSpPr txBox="1"/>
              <p:nvPr/>
            </p:nvSpPr>
            <p:spPr>
              <a:xfrm>
                <a:off x="2568676" y="2971107"/>
                <a:ext cx="597763" cy="37140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</a:t>
                </a:r>
                <a:r>
                  <a:rPr lang="en-US" altLang="ko-KR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</a:t>
                </a:r>
                <a:endParaRPr lang="ko-KR" altLang="en-US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05" name="TextBox 215">
              <a:extLst>
                <a:ext uri="{FF2B5EF4-FFF2-40B4-BE49-F238E27FC236}">
                  <a16:creationId xmlns:a16="http://schemas.microsoft.com/office/drawing/2014/main" id="{58219B87-7CE7-A171-91EE-54C56A2274BF}"/>
                </a:ext>
              </a:extLst>
            </p:cNvPr>
            <p:cNvSpPr txBox="1"/>
            <p:nvPr/>
          </p:nvSpPr>
          <p:spPr>
            <a:xfrm>
              <a:off x="273600" y="3836347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 IPCP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06" name="왼쪽 중괄호 216">
              <a:extLst>
                <a:ext uri="{FF2B5EF4-FFF2-40B4-BE49-F238E27FC236}">
                  <a16:creationId xmlns:a16="http://schemas.microsoft.com/office/drawing/2014/main" id="{71344A57-2A0E-5CD2-F24E-A625C3AD9B43}"/>
                </a:ext>
              </a:extLst>
            </p:cNvPr>
            <p:cNvSpPr/>
            <p:nvPr/>
          </p:nvSpPr>
          <p:spPr>
            <a:xfrm>
              <a:off x="1332754" y="2977562"/>
              <a:ext cx="397502" cy="2074137"/>
            </a:xfrm>
            <a:prstGeom prst="leftBrace">
              <a:avLst>
                <a:gd name="adj1" fmla="val 23353"/>
                <a:gd name="adj2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DED81C14-C4C4-6CB3-5BE1-554D43AD0F4D}"/>
                </a:ext>
              </a:extLst>
            </p:cNvPr>
            <p:cNvSpPr txBox="1"/>
            <p:nvPr/>
          </p:nvSpPr>
          <p:spPr>
            <a:xfrm>
              <a:off x="7057497" y="2966811"/>
              <a:ext cx="633942" cy="356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Time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292" name="직선 화살표 연결선 291">
              <a:extLst>
                <a:ext uri="{FF2B5EF4-FFF2-40B4-BE49-F238E27FC236}">
                  <a16:creationId xmlns:a16="http://schemas.microsoft.com/office/drawing/2014/main" id="{F19677BC-1D11-AE32-C205-A3A889B6D905}"/>
                </a:ext>
              </a:extLst>
            </p:cNvPr>
            <p:cNvCxnSpPr/>
            <p:nvPr/>
          </p:nvCxnSpPr>
          <p:spPr>
            <a:xfrm>
              <a:off x="2192352" y="4963354"/>
              <a:ext cx="4907994" cy="0"/>
            </a:xfrm>
            <a:prstGeom prst="straightConnector1">
              <a:avLst/>
            </a:prstGeom>
            <a:ln w="12700"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3" name="직선 화살표 연결선 292">
              <a:extLst>
                <a:ext uri="{FF2B5EF4-FFF2-40B4-BE49-F238E27FC236}">
                  <a16:creationId xmlns:a16="http://schemas.microsoft.com/office/drawing/2014/main" id="{31A4620F-2548-5845-42FC-55CD02D82CED}"/>
                </a:ext>
              </a:extLst>
            </p:cNvPr>
            <p:cNvCxnSpPr/>
            <p:nvPr/>
          </p:nvCxnSpPr>
          <p:spPr>
            <a:xfrm flipV="1">
              <a:off x="2193103" y="4773189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4" name="직선 화살표 연결선 293">
              <a:extLst>
                <a:ext uri="{FF2B5EF4-FFF2-40B4-BE49-F238E27FC236}">
                  <a16:creationId xmlns:a16="http://schemas.microsoft.com/office/drawing/2014/main" id="{110119A7-2404-2E45-A595-032B2E574DB9}"/>
                </a:ext>
              </a:extLst>
            </p:cNvPr>
            <p:cNvCxnSpPr/>
            <p:nvPr/>
          </p:nvCxnSpPr>
          <p:spPr>
            <a:xfrm flipV="1">
              <a:off x="2407752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9" name="직선 화살표 연결선 298">
              <a:extLst>
                <a:ext uri="{FF2B5EF4-FFF2-40B4-BE49-F238E27FC236}">
                  <a16:creationId xmlns:a16="http://schemas.microsoft.com/office/drawing/2014/main" id="{816C24F4-721B-4FE3-DF12-E5820192BB54}"/>
                </a:ext>
              </a:extLst>
            </p:cNvPr>
            <p:cNvCxnSpPr/>
            <p:nvPr/>
          </p:nvCxnSpPr>
          <p:spPr>
            <a:xfrm flipV="1">
              <a:off x="2622400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1" name="직선 화살표 연결선 300">
              <a:extLst>
                <a:ext uri="{FF2B5EF4-FFF2-40B4-BE49-F238E27FC236}">
                  <a16:creationId xmlns:a16="http://schemas.microsoft.com/office/drawing/2014/main" id="{5AA0878D-3015-6F10-4C73-06718519653D}"/>
                </a:ext>
              </a:extLst>
            </p:cNvPr>
            <p:cNvCxnSpPr/>
            <p:nvPr/>
          </p:nvCxnSpPr>
          <p:spPr>
            <a:xfrm flipV="1">
              <a:off x="2837049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7" name="직선 화살표 연결선 306">
              <a:extLst>
                <a:ext uri="{FF2B5EF4-FFF2-40B4-BE49-F238E27FC236}">
                  <a16:creationId xmlns:a16="http://schemas.microsoft.com/office/drawing/2014/main" id="{AFA5E114-EDDC-95C4-5FE8-1F0F64710B92}"/>
                </a:ext>
              </a:extLst>
            </p:cNvPr>
            <p:cNvCxnSpPr/>
            <p:nvPr/>
          </p:nvCxnSpPr>
          <p:spPr>
            <a:xfrm flipV="1">
              <a:off x="3051697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8" name="직선 화살표 연결선 307">
              <a:extLst>
                <a:ext uri="{FF2B5EF4-FFF2-40B4-BE49-F238E27FC236}">
                  <a16:creationId xmlns:a16="http://schemas.microsoft.com/office/drawing/2014/main" id="{D5806933-F336-BFFF-C0A4-76264E7571CD}"/>
                </a:ext>
              </a:extLst>
            </p:cNvPr>
            <p:cNvCxnSpPr/>
            <p:nvPr/>
          </p:nvCxnSpPr>
          <p:spPr>
            <a:xfrm flipV="1">
              <a:off x="3480995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9" name="직선 화살표 연결선 308">
              <a:extLst>
                <a:ext uri="{FF2B5EF4-FFF2-40B4-BE49-F238E27FC236}">
                  <a16:creationId xmlns:a16="http://schemas.microsoft.com/office/drawing/2014/main" id="{18BD0007-688A-8ED5-71DD-DBE0F414A7D9}"/>
                </a:ext>
              </a:extLst>
            </p:cNvPr>
            <p:cNvCxnSpPr/>
            <p:nvPr/>
          </p:nvCxnSpPr>
          <p:spPr>
            <a:xfrm flipV="1">
              <a:off x="3695643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0" name="직선 화살표 연결선 309">
              <a:extLst>
                <a:ext uri="{FF2B5EF4-FFF2-40B4-BE49-F238E27FC236}">
                  <a16:creationId xmlns:a16="http://schemas.microsoft.com/office/drawing/2014/main" id="{9B2C6A14-3C4B-F558-0DE0-EDDEBF3AB920}"/>
                </a:ext>
              </a:extLst>
            </p:cNvPr>
            <p:cNvCxnSpPr/>
            <p:nvPr/>
          </p:nvCxnSpPr>
          <p:spPr>
            <a:xfrm flipV="1">
              <a:off x="3910292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1" name="직선 화살표 연결선 310">
              <a:extLst>
                <a:ext uri="{FF2B5EF4-FFF2-40B4-BE49-F238E27FC236}">
                  <a16:creationId xmlns:a16="http://schemas.microsoft.com/office/drawing/2014/main" id="{CB59597D-A3AF-7939-E477-FB0FD2072FD2}"/>
                </a:ext>
              </a:extLst>
            </p:cNvPr>
            <p:cNvCxnSpPr/>
            <p:nvPr/>
          </p:nvCxnSpPr>
          <p:spPr>
            <a:xfrm flipV="1">
              <a:off x="4124941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화살표 연결선 311">
              <a:extLst>
                <a:ext uri="{FF2B5EF4-FFF2-40B4-BE49-F238E27FC236}">
                  <a16:creationId xmlns:a16="http://schemas.microsoft.com/office/drawing/2014/main" id="{B8A4D73B-1B74-535D-A836-BFD92B7F758D}"/>
                </a:ext>
              </a:extLst>
            </p:cNvPr>
            <p:cNvCxnSpPr/>
            <p:nvPr/>
          </p:nvCxnSpPr>
          <p:spPr>
            <a:xfrm flipV="1">
              <a:off x="3266346" y="4781267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3" name="직선 화살표 연결선 312">
              <a:extLst>
                <a:ext uri="{FF2B5EF4-FFF2-40B4-BE49-F238E27FC236}">
                  <a16:creationId xmlns:a16="http://schemas.microsoft.com/office/drawing/2014/main" id="{AFDA63B0-568B-A44F-DD22-4A188A11620D}"/>
                </a:ext>
              </a:extLst>
            </p:cNvPr>
            <p:cNvCxnSpPr/>
            <p:nvPr/>
          </p:nvCxnSpPr>
          <p:spPr>
            <a:xfrm flipV="1">
              <a:off x="4339590" y="4781267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4" name="직선 화살표 연결선 313">
              <a:extLst>
                <a:ext uri="{FF2B5EF4-FFF2-40B4-BE49-F238E27FC236}">
                  <a16:creationId xmlns:a16="http://schemas.microsoft.com/office/drawing/2014/main" id="{0BC9DA6A-1494-651B-C849-DC0B8A03F873}"/>
                </a:ext>
              </a:extLst>
            </p:cNvPr>
            <p:cNvCxnSpPr/>
            <p:nvPr/>
          </p:nvCxnSpPr>
          <p:spPr>
            <a:xfrm flipV="1">
              <a:off x="4554238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화살표 연결선 314">
              <a:extLst>
                <a:ext uri="{FF2B5EF4-FFF2-40B4-BE49-F238E27FC236}">
                  <a16:creationId xmlns:a16="http://schemas.microsoft.com/office/drawing/2014/main" id="{58C99771-750E-10E7-977C-033F79548313}"/>
                </a:ext>
              </a:extLst>
            </p:cNvPr>
            <p:cNvCxnSpPr/>
            <p:nvPr/>
          </p:nvCxnSpPr>
          <p:spPr>
            <a:xfrm flipV="1">
              <a:off x="4768887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6" name="직선 화살표 연결선 315">
              <a:extLst>
                <a:ext uri="{FF2B5EF4-FFF2-40B4-BE49-F238E27FC236}">
                  <a16:creationId xmlns:a16="http://schemas.microsoft.com/office/drawing/2014/main" id="{1499C011-5B43-8A12-F131-99E8AC12BF51}"/>
                </a:ext>
              </a:extLst>
            </p:cNvPr>
            <p:cNvCxnSpPr/>
            <p:nvPr/>
          </p:nvCxnSpPr>
          <p:spPr>
            <a:xfrm flipV="1">
              <a:off x="4983535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직선 화살표 연결선 316">
              <a:extLst>
                <a:ext uri="{FF2B5EF4-FFF2-40B4-BE49-F238E27FC236}">
                  <a16:creationId xmlns:a16="http://schemas.microsoft.com/office/drawing/2014/main" id="{F5CD39CA-13D0-5FE1-1463-890E5445FED7}"/>
                </a:ext>
              </a:extLst>
            </p:cNvPr>
            <p:cNvCxnSpPr/>
            <p:nvPr/>
          </p:nvCxnSpPr>
          <p:spPr>
            <a:xfrm flipV="1">
              <a:off x="5198184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8" name="직선 화살표 연결선 317">
              <a:extLst>
                <a:ext uri="{FF2B5EF4-FFF2-40B4-BE49-F238E27FC236}">
                  <a16:creationId xmlns:a16="http://schemas.microsoft.com/office/drawing/2014/main" id="{DBAA0FED-EF57-DBEB-009F-E2C2897BFECA}"/>
                </a:ext>
              </a:extLst>
            </p:cNvPr>
            <p:cNvCxnSpPr/>
            <p:nvPr/>
          </p:nvCxnSpPr>
          <p:spPr>
            <a:xfrm flipV="1">
              <a:off x="5412832" y="4781267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9" name="직선 화살표 연결선 318">
              <a:extLst>
                <a:ext uri="{FF2B5EF4-FFF2-40B4-BE49-F238E27FC236}">
                  <a16:creationId xmlns:a16="http://schemas.microsoft.com/office/drawing/2014/main" id="{44371A36-08DE-46A1-6B17-5DF18EAEE19B}"/>
                </a:ext>
              </a:extLst>
            </p:cNvPr>
            <p:cNvCxnSpPr/>
            <p:nvPr/>
          </p:nvCxnSpPr>
          <p:spPr>
            <a:xfrm flipV="1">
              <a:off x="5627481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5" name="직선 화살표 연결선 484">
              <a:extLst>
                <a:ext uri="{FF2B5EF4-FFF2-40B4-BE49-F238E27FC236}">
                  <a16:creationId xmlns:a16="http://schemas.microsoft.com/office/drawing/2014/main" id="{AAD45EBF-BEB8-25BF-F9B1-4292CB010CDA}"/>
                </a:ext>
              </a:extLst>
            </p:cNvPr>
            <p:cNvCxnSpPr/>
            <p:nvPr/>
          </p:nvCxnSpPr>
          <p:spPr>
            <a:xfrm flipV="1">
              <a:off x="5842130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0" name="직선 화살표 연결선 509">
              <a:extLst>
                <a:ext uri="{FF2B5EF4-FFF2-40B4-BE49-F238E27FC236}">
                  <a16:creationId xmlns:a16="http://schemas.microsoft.com/office/drawing/2014/main" id="{175D650F-44F6-3EFA-A30A-BC89930756AD}"/>
                </a:ext>
              </a:extLst>
            </p:cNvPr>
            <p:cNvCxnSpPr/>
            <p:nvPr/>
          </p:nvCxnSpPr>
          <p:spPr>
            <a:xfrm flipV="1">
              <a:off x="6056779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1" name="직선 화살표 연결선 510">
              <a:extLst>
                <a:ext uri="{FF2B5EF4-FFF2-40B4-BE49-F238E27FC236}">
                  <a16:creationId xmlns:a16="http://schemas.microsoft.com/office/drawing/2014/main" id="{8A0C92CE-0286-D1DA-0D0B-146C0A8A6A7D}"/>
                </a:ext>
              </a:extLst>
            </p:cNvPr>
            <p:cNvCxnSpPr/>
            <p:nvPr/>
          </p:nvCxnSpPr>
          <p:spPr>
            <a:xfrm flipV="1">
              <a:off x="6271428" y="489383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2" name="직선 화살표 연결선 511">
              <a:extLst>
                <a:ext uri="{FF2B5EF4-FFF2-40B4-BE49-F238E27FC236}">
                  <a16:creationId xmlns:a16="http://schemas.microsoft.com/office/drawing/2014/main" id="{8B17ADC0-524F-2F48-A734-38A7ACD6B0B2}"/>
                </a:ext>
              </a:extLst>
            </p:cNvPr>
            <p:cNvCxnSpPr/>
            <p:nvPr/>
          </p:nvCxnSpPr>
          <p:spPr>
            <a:xfrm flipV="1">
              <a:off x="6486067" y="4781267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3" name="직선 화살표 연결선 512">
              <a:extLst>
                <a:ext uri="{FF2B5EF4-FFF2-40B4-BE49-F238E27FC236}">
                  <a16:creationId xmlns:a16="http://schemas.microsoft.com/office/drawing/2014/main" id="{2DC17F5A-99B5-7298-A085-D3164F159D4F}"/>
                </a:ext>
              </a:extLst>
            </p:cNvPr>
            <p:cNvCxnSpPr/>
            <p:nvPr/>
          </p:nvCxnSpPr>
          <p:spPr>
            <a:xfrm>
              <a:off x="2192352" y="4063671"/>
              <a:ext cx="4907994" cy="0"/>
            </a:xfrm>
            <a:prstGeom prst="straightConnector1">
              <a:avLst/>
            </a:prstGeom>
            <a:ln w="12700"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4" name="직선 화살표 연결선 513">
              <a:extLst>
                <a:ext uri="{FF2B5EF4-FFF2-40B4-BE49-F238E27FC236}">
                  <a16:creationId xmlns:a16="http://schemas.microsoft.com/office/drawing/2014/main" id="{59803EE7-8589-C57D-79AA-F1EB47D908D0}"/>
                </a:ext>
              </a:extLst>
            </p:cNvPr>
            <p:cNvCxnSpPr/>
            <p:nvPr/>
          </p:nvCxnSpPr>
          <p:spPr>
            <a:xfrm flipV="1">
              <a:off x="2193103" y="3873507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5" name="직선 화살표 연결선 514">
              <a:extLst>
                <a:ext uri="{FF2B5EF4-FFF2-40B4-BE49-F238E27FC236}">
                  <a16:creationId xmlns:a16="http://schemas.microsoft.com/office/drawing/2014/main" id="{B1CD35DF-D8E3-5F95-EDA1-72791D2148B2}"/>
                </a:ext>
              </a:extLst>
            </p:cNvPr>
            <p:cNvCxnSpPr/>
            <p:nvPr/>
          </p:nvCxnSpPr>
          <p:spPr>
            <a:xfrm flipV="1">
              <a:off x="2407752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6" name="직선 화살표 연결선 515">
              <a:extLst>
                <a:ext uri="{FF2B5EF4-FFF2-40B4-BE49-F238E27FC236}">
                  <a16:creationId xmlns:a16="http://schemas.microsoft.com/office/drawing/2014/main" id="{E654A01C-56A4-A225-29A0-3EF6DE6AA177}"/>
                </a:ext>
              </a:extLst>
            </p:cNvPr>
            <p:cNvCxnSpPr/>
            <p:nvPr/>
          </p:nvCxnSpPr>
          <p:spPr>
            <a:xfrm flipV="1">
              <a:off x="2622400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7" name="직선 화살표 연결선 516">
              <a:extLst>
                <a:ext uri="{FF2B5EF4-FFF2-40B4-BE49-F238E27FC236}">
                  <a16:creationId xmlns:a16="http://schemas.microsoft.com/office/drawing/2014/main" id="{1BEE934A-E5F7-7B69-ABA0-900E94F2AEEA}"/>
                </a:ext>
              </a:extLst>
            </p:cNvPr>
            <p:cNvCxnSpPr/>
            <p:nvPr/>
          </p:nvCxnSpPr>
          <p:spPr>
            <a:xfrm flipV="1">
              <a:off x="2837049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8" name="직선 화살표 연결선 517">
              <a:extLst>
                <a:ext uri="{FF2B5EF4-FFF2-40B4-BE49-F238E27FC236}">
                  <a16:creationId xmlns:a16="http://schemas.microsoft.com/office/drawing/2014/main" id="{9A2AAE43-64CE-11E2-C338-7AF7C06DF20E}"/>
                </a:ext>
              </a:extLst>
            </p:cNvPr>
            <p:cNvCxnSpPr/>
            <p:nvPr/>
          </p:nvCxnSpPr>
          <p:spPr>
            <a:xfrm flipV="1">
              <a:off x="3051697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9" name="직선 화살표 연결선 518">
              <a:extLst>
                <a:ext uri="{FF2B5EF4-FFF2-40B4-BE49-F238E27FC236}">
                  <a16:creationId xmlns:a16="http://schemas.microsoft.com/office/drawing/2014/main" id="{E0382E55-D437-919B-293D-873C90086C2A}"/>
                </a:ext>
              </a:extLst>
            </p:cNvPr>
            <p:cNvCxnSpPr/>
            <p:nvPr/>
          </p:nvCxnSpPr>
          <p:spPr>
            <a:xfrm flipV="1">
              <a:off x="3480995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0" name="직선 화살표 연결선 519">
              <a:extLst>
                <a:ext uri="{FF2B5EF4-FFF2-40B4-BE49-F238E27FC236}">
                  <a16:creationId xmlns:a16="http://schemas.microsoft.com/office/drawing/2014/main" id="{95BBAC32-07CE-5BCC-8ED8-00BBC7775D1A}"/>
                </a:ext>
              </a:extLst>
            </p:cNvPr>
            <p:cNvCxnSpPr/>
            <p:nvPr/>
          </p:nvCxnSpPr>
          <p:spPr>
            <a:xfrm flipV="1">
              <a:off x="3695643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1" name="직선 화살표 연결선 520">
              <a:extLst>
                <a:ext uri="{FF2B5EF4-FFF2-40B4-BE49-F238E27FC236}">
                  <a16:creationId xmlns:a16="http://schemas.microsoft.com/office/drawing/2014/main" id="{199AC25E-F3F8-8DA1-AE17-EA3CC272980F}"/>
                </a:ext>
              </a:extLst>
            </p:cNvPr>
            <p:cNvCxnSpPr/>
            <p:nvPr/>
          </p:nvCxnSpPr>
          <p:spPr>
            <a:xfrm flipV="1">
              <a:off x="3910292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2" name="직선 화살표 연결선 521">
              <a:extLst>
                <a:ext uri="{FF2B5EF4-FFF2-40B4-BE49-F238E27FC236}">
                  <a16:creationId xmlns:a16="http://schemas.microsoft.com/office/drawing/2014/main" id="{35449A26-AD52-0EB0-2DF4-3BBA3714D43A}"/>
                </a:ext>
              </a:extLst>
            </p:cNvPr>
            <p:cNvCxnSpPr/>
            <p:nvPr/>
          </p:nvCxnSpPr>
          <p:spPr>
            <a:xfrm flipV="1">
              <a:off x="4122850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3" name="직선 화살표 연결선 522">
              <a:extLst>
                <a:ext uri="{FF2B5EF4-FFF2-40B4-BE49-F238E27FC236}">
                  <a16:creationId xmlns:a16="http://schemas.microsoft.com/office/drawing/2014/main" id="{2CA1E88E-9C22-59CD-C9ED-792F58ACA00B}"/>
                </a:ext>
              </a:extLst>
            </p:cNvPr>
            <p:cNvCxnSpPr/>
            <p:nvPr/>
          </p:nvCxnSpPr>
          <p:spPr>
            <a:xfrm flipV="1">
              <a:off x="3266346" y="3881583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4" name="직선 화살표 연결선 523">
              <a:extLst>
                <a:ext uri="{FF2B5EF4-FFF2-40B4-BE49-F238E27FC236}">
                  <a16:creationId xmlns:a16="http://schemas.microsoft.com/office/drawing/2014/main" id="{19594A01-9894-FE5B-66C3-8E65B91727A6}"/>
                </a:ext>
              </a:extLst>
            </p:cNvPr>
            <p:cNvCxnSpPr/>
            <p:nvPr/>
          </p:nvCxnSpPr>
          <p:spPr>
            <a:xfrm flipV="1">
              <a:off x="4339590" y="3881583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5" name="직선 화살표 연결선 524">
              <a:extLst>
                <a:ext uri="{FF2B5EF4-FFF2-40B4-BE49-F238E27FC236}">
                  <a16:creationId xmlns:a16="http://schemas.microsoft.com/office/drawing/2014/main" id="{A87EAEF6-A177-EDD0-A747-ECB208B0E6A4}"/>
                </a:ext>
              </a:extLst>
            </p:cNvPr>
            <p:cNvCxnSpPr/>
            <p:nvPr/>
          </p:nvCxnSpPr>
          <p:spPr>
            <a:xfrm flipV="1">
              <a:off x="4554238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6" name="직선 화살표 연결선 525">
              <a:extLst>
                <a:ext uri="{FF2B5EF4-FFF2-40B4-BE49-F238E27FC236}">
                  <a16:creationId xmlns:a16="http://schemas.microsoft.com/office/drawing/2014/main" id="{EFFFA27A-BE35-876F-ACE7-3A5083A4C753}"/>
                </a:ext>
              </a:extLst>
            </p:cNvPr>
            <p:cNvCxnSpPr/>
            <p:nvPr/>
          </p:nvCxnSpPr>
          <p:spPr>
            <a:xfrm flipV="1">
              <a:off x="4768887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7" name="직선 화살표 연결선 526">
              <a:extLst>
                <a:ext uri="{FF2B5EF4-FFF2-40B4-BE49-F238E27FC236}">
                  <a16:creationId xmlns:a16="http://schemas.microsoft.com/office/drawing/2014/main" id="{87BE44EC-2FD0-AEB5-D52E-3DCA621D6CA2}"/>
                </a:ext>
              </a:extLst>
            </p:cNvPr>
            <p:cNvCxnSpPr/>
            <p:nvPr/>
          </p:nvCxnSpPr>
          <p:spPr>
            <a:xfrm flipV="1">
              <a:off x="4983535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8" name="직선 화살표 연결선 527">
              <a:extLst>
                <a:ext uri="{FF2B5EF4-FFF2-40B4-BE49-F238E27FC236}">
                  <a16:creationId xmlns:a16="http://schemas.microsoft.com/office/drawing/2014/main" id="{34530D96-83F2-2626-A333-3E282759E9D7}"/>
                </a:ext>
              </a:extLst>
            </p:cNvPr>
            <p:cNvCxnSpPr/>
            <p:nvPr/>
          </p:nvCxnSpPr>
          <p:spPr>
            <a:xfrm flipV="1">
              <a:off x="5198184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9" name="직선 화살표 연결선 528">
              <a:extLst>
                <a:ext uri="{FF2B5EF4-FFF2-40B4-BE49-F238E27FC236}">
                  <a16:creationId xmlns:a16="http://schemas.microsoft.com/office/drawing/2014/main" id="{671A6D68-7AEB-928F-1F8E-7023AA52533B}"/>
                </a:ext>
              </a:extLst>
            </p:cNvPr>
            <p:cNvCxnSpPr/>
            <p:nvPr/>
          </p:nvCxnSpPr>
          <p:spPr>
            <a:xfrm flipV="1">
              <a:off x="5412832" y="3881583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0" name="직선 화살표 연결선 529">
              <a:extLst>
                <a:ext uri="{FF2B5EF4-FFF2-40B4-BE49-F238E27FC236}">
                  <a16:creationId xmlns:a16="http://schemas.microsoft.com/office/drawing/2014/main" id="{F68D039D-C8B7-48E2-BFD7-C6CE3F2324D7}"/>
                </a:ext>
              </a:extLst>
            </p:cNvPr>
            <p:cNvCxnSpPr/>
            <p:nvPr/>
          </p:nvCxnSpPr>
          <p:spPr>
            <a:xfrm flipV="1">
              <a:off x="5627481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1" name="직선 화살표 연결선 530">
              <a:extLst>
                <a:ext uri="{FF2B5EF4-FFF2-40B4-BE49-F238E27FC236}">
                  <a16:creationId xmlns:a16="http://schemas.microsoft.com/office/drawing/2014/main" id="{0D65E648-1CE0-FEF7-A78F-BCA0D551209C}"/>
                </a:ext>
              </a:extLst>
            </p:cNvPr>
            <p:cNvCxnSpPr/>
            <p:nvPr/>
          </p:nvCxnSpPr>
          <p:spPr>
            <a:xfrm flipV="1">
              <a:off x="5842130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2" name="직선 화살표 연결선 531">
              <a:extLst>
                <a:ext uri="{FF2B5EF4-FFF2-40B4-BE49-F238E27FC236}">
                  <a16:creationId xmlns:a16="http://schemas.microsoft.com/office/drawing/2014/main" id="{960E12A9-29FE-F0FA-F4A2-D6BCA27C8187}"/>
                </a:ext>
              </a:extLst>
            </p:cNvPr>
            <p:cNvCxnSpPr/>
            <p:nvPr/>
          </p:nvCxnSpPr>
          <p:spPr>
            <a:xfrm flipV="1">
              <a:off x="6056779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3" name="직선 화살표 연결선 532">
              <a:extLst>
                <a:ext uri="{FF2B5EF4-FFF2-40B4-BE49-F238E27FC236}">
                  <a16:creationId xmlns:a16="http://schemas.microsoft.com/office/drawing/2014/main" id="{063FD44D-358F-9946-BB3E-69DC3372B240}"/>
                </a:ext>
              </a:extLst>
            </p:cNvPr>
            <p:cNvCxnSpPr/>
            <p:nvPr/>
          </p:nvCxnSpPr>
          <p:spPr>
            <a:xfrm flipV="1">
              <a:off x="6271428" y="3994153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4" name="직선 화살표 연결선 533">
              <a:extLst>
                <a:ext uri="{FF2B5EF4-FFF2-40B4-BE49-F238E27FC236}">
                  <a16:creationId xmlns:a16="http://schemas.microsoft.com/office/drawing/2014/main" id="{106A1B6F-436D-6CC7-5A88-C2E72D21EEE6}"/>
                </a:ext>
              </a:extLst>
            </p:cNvPr>
            <p:cNvCxnSpPr/>
            <p:nvPr/>
          </p:nvCxnSpPr>
          <p:spPr>
            <a:xfrm flipV="1">
              <a:off x="6486067" y="3881583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6" name="직선 화살표 연결선 535">
              <a:extLst>
                <a:ext uri="{FF2B5EF4-FFF2-40B4-BE49-F238E27FC236}">
                  <a16:creationId xmlns:a16="http://schemas.microsoft.com/office/drawing/2014/main" id="{8070F647-BAA5-B34E-E702-4247960A4B7E}"/>
                </a:ext>
              </a:extLst>
            </p:cNvPr>
            <p:cNvCxnSpPr/>
            <p:nvPr/>
          </p:nvCxnSpPr>
          <p:spPr>
            <a:xfrm>
              <a:off x="2192352" y="3148900"/>
              <a:ext cx="4907994" cy="0"/>
            </a:xfrm>
            <a:prstGeom prst="straightConnector1">
              <a:avLst/>
            </a:prstGeom>
            <a:ln w="12700"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7" name="직선 화살표 연결선 536">
              <a:extLst>
                <a:ext uri="{FF2B5EF4-FFF2-40B4-BE49-F238E27FC236}">
                  <a16:creationId xmlns:a16="http://schemas.microsoft.com/office/drawing/2014/main" id="{9314D65E-0B35-58BF-8C70-4D2CC231E403}"/>
                </a:ext>
              </a:extLst>
            </p:cNvPr>
            <p:cNvCxnSpPr/>
            <p:nvPr/>
          </p:nvCxnSpPr>
          <p:spPr>
            <a:xfrm flipV="1">
              <a:off x="2193103" y="2958735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8" name="직선 화살표 연결선 537">
              <a:extLst>
                <a:ext uri="{FF2B5EF4-FFF2-40B4-BE49-F238E27FC236}">
                  <a16:creationId xmlns:a16="http://schemas.microsoft.com/office/drawing/2014/main" id="{D7A43AE7-F38F-3EE7-EF35-1075AB717B51}"/>
                </a:ext>
              </a:extLst>
            </p:cNvPr>
            <p:cNvCxnSpPr/>
            <p:nvPr/>
          </p:nvCxnSpPr>
          <p:spPr>
            <a:xfrm flipV="1">
              <a:off x="2407752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9" name="직선 화살표 연결선 538">
              <a:extLst>
                <a:ext uri="{FF2B5EF4-FFF2-40B4-BE49-F238E27FC236}">
                  <a16:creationId xmlns:a16="http://schemas.microsoft.com/office/drawing/2014/main" id="{2B2E6285-EB94-6839-5865-DEF01C724374}"/>
                </a:ext>
              </a:extLst>
            </p:cNvPr>
            <p:cNvCxnSpPr/>
            <p:nvPr/>
          </p:nvCxnSpPr>
          <p:spPr>
            <a:xfrm flipV="1">
              <a:off x="2622400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0" name="직선 화살표 연결선 539">
              <a:extLst>
                <a:ext uri="{FF2B5EF4-FFF2-40B4-BE49-F238E27FC236}">
                  <a16:creationId xmlns:a16="http://schemas.microsoft.com/office/drawing/2014/main" id="{1A827A7A-4F32-504B-69AC-1920A9674374}"/>
                </a:ext>
              </a:extLst>
            </p:cNvPr>
            <p:cNvCxnSpPr/>
            <p:nvPr/>
          </p:nvCxnSpPr>
          <p:spPr>
            <a:xfrm flipV="1">
              <a:off x="2837049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1" name="직선 화살표 연결선 540">
              <a:extLst>
                <a:ext uri="{FF2B5EF4-FFF2-40B4-BE49-F238E27FC236}">
                  <a16:creationId xmlns:a16="http://schemas.microsoft.com/office/drawing/2014/main" id="{AFD1EA8C-1F97-1C0F-D93F-7CC6D0F379D2}"/>
                </a:ext>
              </a:extLst>
            </p:cNvPr>
            <p:cNvCxnSpPr/>
            <p:nvPr/>
          </p:nvCxnSpPr>
          <p:spPr>
            <a:xfrm flipV="1">
              <a:off x="3051697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2" name="직선 화살표 연결선 541">
              <a:extLst>
                <a:ext uri="{FF2B5EF4-FFF2-40B4-BE49-F238E27FC236}">
                  <a16:creationId xmlns:a16="http://schemas.microsoft.com/office/drawing/2014/main" id="{25DA660F-68BC-A398-668A-FC39BBA9ABD3}"/>
                </a:ext>
              </a:extLst>
            </p:cNvPr>
            <p:cNvCxnSpPr/>
            <p:nvPr/>
          </p:nvCxnSpPr>
          <p:spPr>
            <a:xfrm flipV="1">
              <a:off x="3483449" y="3083306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3" name="직선 화살표 연결선 542">
              <a:extLst>
                <a:ext uri="{FF2B5EF4-FFF2-40B4-BE49-F238E27FC236}">
                  <a16:creationId xmlns:a16="http://schemas.microsoft.com/office/drawing/2014/main" id="{4399F23D-5E63-F284-A44C-24DCC71CB9D4}"/>
                </a:ext>
              </a:extLst>
            </p:cNvPr>
            <p:cNvCxnSpPr/>
            <p:nvPr/>
          </p:nvCxnSpPr>
          <p:spPr>
            <a:xfrm flipV="1">
              <a:off x="3693985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4" name="직선 화살표 연결선 543">
              <a:extLst>
                <a:ext uri="{FF2B5EF4-FFF2-40B4-BE49-F238E27FC236}">
                  <a16:creationId xmlns:a16="http://schemas.microsoft.com/office/drawing/2014/main" id="{719513D1-6605-B6DC-6B07-95D650A5ABDF}"/>
                </a:ext>
              </a:extLst>
            </p:cNvPr>
            <p:cNvCxnSpPr/>
            <p:nvPr/>
          </p:nvCxnSpPr>
          <p:spPr>
            <a:xfrm flipV="1">
              <a:off x="3910292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5" name="직선 화살표 연결선 544">
              <a:extLst>
                <a:ext uri="{FF2B5EF4-FFF2-40B4-BE49-F238E27FC236}">
                  <a16:creationId xmlns:a16="http://schemas.microsoft.com/office/drawing/2014/main" id="{E2D92F5E-E1CD-B1B7-D7A2-A9AC5CD8EBF5}"/>
                </a:ext>
              </a:extLst>
            </p:cNvPr>
            <p:cNvCxnSpPr/>
            <p:nvPr/>
          </p:nvCxnSpPr>
          <p:spPr>
            <a:xfrm flipV="1">
              <a:off x="4124941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6" name="직선 화살표 연결선 545">
              <a:extLst>
                <a:ext uri="{FF2B5EF4-FFF2-40B4-BE49-F238E27FC236}">
                  <a16:creationId xmlns:a16="http://schemas.microsoft.com/office/drawing/2014/main" id="{803CBDF4-DB81-5D93-FD15-49893C92E542}"/>
                </a:ext>
              </a:extLst>
            </p:cNvPr>
            <p:cNvCxnSpPr/>
            <p:nvPr/>
          </p:nvCxnSpPr>
          <p:spPr>
            <a:xfrm flipV="1">
              <a:off x="3266346" y="2966813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7" name="직선 화살표 연결선 546">
              <a:extLst>
                <a:ext uri="{FF2B5EF4-FFF2-40B4-BE49-F238E27FC236}">
                  <a16:creationId xmlns:a16="http://schemas.microsoft.com/office/drawing/2014/main" id="{11B3442C-7DA5-BDD0-6203-CB9805EDFE1A}"/>
                </a:ext>
              </a:extLst>
            </p:cNvPr>
            <p:cNvCxnSpPr/>
            <p:nvPr/>
          </p:nvCxnSpPr>
          <p:spPr>
            <a:xfrm flipV="1">
              <a:off x="4339590" y="2966813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8" name="직선 화살표 연결선 547">
              <a:extLst>
                <a:ext uri="{FF2B5EF4-FFF2-40B4-BE49-F238E27FC236}">
                  <a16:creationId xmlns:a16="http://schemas.microsoft.com/office/drawing/2014/main" id="{79B0C310-5E1D-C4AF-013F-373F43ABF628}"/>
                </a:ext>
              </a:extLst>
            </p:cNvPr>
            <p:cNvCxnSpPr/>
            <p:nvPr/>
          </p:nvCxnSpPr>
          <p:spPr>
            <a:xfrm flipV="1">
              <a:off x="4554238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9" name="직선 화살표 연결선 548">
              <a:extLst>
                <a:ext uri="{FF2B5EF4-FFF2-40B4-BE49-F238E27FC236}">
                  <a16:creationId xmlns:a16="http://schemas.microsoft.com/office/drawing/2014/main" id="{FE1C7B2D-EC1D-9B84-1065-EE1E363F95CB}"/>
                </a:ext>
              </a:extLst>
            </p:cNvPr>
            <p:cNvCxnSpPr/>
            <p:nvPr/>
          </p:nvCxnSpPr>
          <p:spPr>
            <a:xfrm flipV="1">
              <a:off x="4768887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0" name="직선 화살표 연결선 549">
              <a:extLst>
                <a:ext uri="{FF2B5EF4-FFF2-40B4-BE49-F238E27FC236}">
                  <a16:creationId xmlns:a16="http://schemas.microsoft.com/office/drawing/2014/main" id="{50F47FCD-AD82-B907-A143-E764DA066287}"/>
                </a:ext>
              </a:extLst>
            </p:cNvPr>
            <p:cNvCxnSpPr/>
            <p:nvPr/>
          </p:nvCxnSpPr>
          <p:spPr>
            <a:xfrm flipV="1">
              <a:off x="4983535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1" name="직선 화살표 연결선 550">
              <a:extLst>
                <a:ext uri="{FF2B5EF4-FFF2-40B4-BE49-F238E27FC236}">
                  <a16:creationId xmlns:a16="http://schemas.microsoft.com/office/drawing/2014/main" id="{BE9AA11C-5F8B-0B10-687B-2EF41C95775F}"/>
                </a:ext>
              </a:extLst>
            </p:cNvPr>
            <p:cNvCxnSpPr/>
            <p:nvPr/>
          </p:nvCxnSpPr>
          <p:spPr>
            <a:xfrm flipV="1">
              <a:off x="5198184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2" name="직선 화살표 연결선 551">
              <a:extLst>
                <a:ext uri="{FF2B5EF4-FFF2-40B4-BE49-F238E27FC236}">
                  <a16:creationId xmlns:a16="http://schemas.microsoft.com/office/drawing/2014/main" id="{0FDBBD5D-095B-E7B0-20FC-F971ABFB8D53}"/>
                </a:ext>
              </a:extLst>
            </p:cNvPr>
            <p:cNvCxnSpPr/>
            <p:nvPr/>
          </p:nvCxnSpPr>
          <p:spPr>
            <a:xfrm flipV="1">
              <a:off x="5412832" y="2966813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3" name="직선 화살표 연결선 552">
              <a:extLst>
                <a:ext uri="{FF2B5EF4-FFF2-40B4-BE49-F238E27FC236}">
                  <a16:creationId xmlns:a16="http://schemas.microsoft.com/office/drawing/2014/main" id="{28152F2B-3C1F-2A29-658C-A35D061BB160}"/>
                </a:ext>
              </a:extLst>
            </p:cNvPr>
            <p:cNvCxnSpPr/>
            <p:nvPr/>
          </p:nvCxnSpPr>
          <p:spPr>
            <a:xfrm flipV="1">
              <a:off x="5627481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4" name="직선 화살표 연결선 553">
              <a:extLst>
                <a:ext uri="{FF2B5EF4-FFF2-40B4-BE49-F238E27FC236}">
                  <a16:creationId xmlns:a16="http://schemas.microsoft.com/office/drawing/2014/main" id="{30E4093E-71B9-BBA2-6BEA-6440F075FBD1}"/>
                </a:ext>
              </a:extLst>
            </p:cNvPr>
            <p:cNvCxnSpPr/>
            <p:nvPr/>
          </p:nvCxnSpPr>
          <p:spPr>
            <a:xfrm flipV="1">
              <a:off x="5842130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5" name="직선 화살표 연결선 554">
              <a:extLst>
                <a:ext uri="{FF2B5EF4-FFF2-40B4-BE49-F238E27FC236}">
                  <a16:creationId xmlns:a16="http://schemas.microsoft.com/office/drawing/2014/main" id="{9EBF13A1-019B-4C55-5472-AA1E7EFDA80F}"/>
                </a:ext>
              </a:extLst>
            </p:cNvPr>
            <p:cNvCxnSpPr/>
            <p:nvPr/>
          </p:nvCxnSpPr>
          <p:spPr>
            <a:xfrm flipV="1">
              <a:off x="6056779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6" name="직선 화살표 연결선 555">
              <a:extLst>
                <a:ext uri="{FF2B5EF4-FFF2-40B4-BE49-F238E27FC236}">
                  <a16:creationId xmlns:a16="http://schemas.microsoft.com/office/drawing/2014/main" id="{C037D64D-D83E-7E10-1845-C2958CD2059B}"/>
                </a:ext>
              </a:extLst>
            </p:cNvPr>
            <p:cNvCxnSpPr/>
            <p:nvPr/>
          </p:nvCxnSpPr>
          <p:spPr>
            <a:xfrm flipV="1">
              <a:off x="6271428" y="3079382"/>
              <a:ext cx="0" cy="139037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7" name="직선 화살표 연결선 556">
              <a:extLst>
                <a:ext uri="{FF2B5EF4-FFF2-40B4-BE49-F238E27FC236}">
                  <a16:creationId xmlns:a16="http://schemas.microsoft.com/office/drawing/2014/main" id="{737FB9A2-E5F8-ACE7-A371-5EFC57724170}"/>
                </a:ext>
              </a:extLst>
            </p:cNvPr>
            <p:cNvCxnSpPr/>
            <p:nvPr/>
          </p:nvCxnSpPr>
          <p:spPr>
            <a:xfrm flipV="1">
              <a:off x="6486067" y="2966813"/>
              <a:ext cx="0" cy="3803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AAB872C4-78B4-C55C-6EE2-5D2828AC02BA}"/>
                </a:ext>
              </a:extLst>
            </p:cNvPr>
            <p:cNvSpPr/>
            <p:nvPr/>
          </p:nvSpPr>
          <p:spPr>
            <a:xfrm>
              <a:off x="2620309" y="3787200"/>
              <a:ext cx="432000" cy="277200"/>
            </a:xfrm>
            <a:prstGeom prst="rect">
              <a:avLst/>
            </a:prstGeom>
            <a:ln w="12700"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C4258AC7-4E05-DAD7-C5C6-C9C88821C48A}"/>
                </a:ext>
              </a:extLst>
            </p:cNvPr>
            <p:cNvSpPr/>
            <p:nvPr/>
          </p:nvSpPr>
          <p:spPr>
            <a:xfrm>
              <a:off x="3049011" y="2866052"/>
              <a:ext cx="217325" cy="276163"/>
            </a:xfrm>
            <a:prstGeom prst="rect">
              <a:avLst/>
            </a:prstGeom>
            <a:ln w="12700"/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C3A4B8FF-4ADB-465F-5429-F66B38740F45}"/>
                </a:ext>
              </a:extLst>
            </p:cNvPr>
            <p:cNvSpPr/>
            <p:nvPr/>
          </p:nvSpPr>
          <p:spPr>
            <a:xfrm>
              <a:off x="3266335" y="2866052"/>
              <a:ext cx="648000" cy="27720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/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70BC3F6-692B-FA4D-4A4E-88585195D5C6}"/>
                </a:ext>
              </a:extLst>
            </p:cNvPr>
            <p:cNvSpPr/>
            <p:nvPr/>
          </p:nvSpPr>
          <p:spPr>
            <a:xfrm>
              <a:off x="2192352" y="4686682"/>
              <a:ext cx="215398" cy="277200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17A9AD35-0C5B-C5DA-233C-B222F7A330F2}"/>
                </a:ext>
              </a:extLst>
            </p:cNvPr>
            <p:cNvSpPr/>
            <p:nvPr/>
          </p:nvSpPr>
          <p:spPr>
            <a:xfrm>
              <a:off x="2407742" y="4686154"/>
              <a:ext cx="214645" cy="277200"/>
            </a:xfrm>
            <a:prstGeom prst="rect">
              <a:avLst/>
            </a:prstGeom>
            <a:pattFill prst="wdUpDiag">
              <a:fgClr>
                <a:schemeClr val="accent3"/>
              </a:fgClr>
              <a:bgClr>
                <a:schemeClr val="bg1"/>
              </a:bgClr>
            </a:patt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A8B44AD-DBF4-87BD-714E-F84DAD6CDDA5}"/>
                </a:ext>
              </a:extLst>
            </p:cNvPr>
            <p:cNvSpPr/>
            <p:nvPr/>
          </p:nvSpPr>
          <p:spPr>
            <a:xfrm>
              <a:off x="4122848" y="4687200"/>
              <a:ext cx="216000" cy="277200"/>
            </a:xfrm>
            <a:prstGeom prst="rect">
              <a:avLst/>
            </a:prstGeom>
            <a:pattFill prst="wdUpDiag">
              <a:fgClr>
                <a:schemeClr val="accent3"/>
              </a:fgClr>
              <a:bgClr>
                <a:schemeClr val="bg1"/>
              </a:bgClr>
            </a:patt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E5F661E-BAC5-4AC4-BC36-92B71638439D}"/>
                </a:ext>
              </a:extLst>
            </p:cNvPr>
            <p:cNvSpPr/>
            <p:nvPr/>
          </p:nvSpPr>
          <p:spPr>
            <a:xfrm>
              <a:off x="3907012" y="3787200"/>
              <a:ext cx="215836" cy="277200"/>
            </a:xfrm>
            <a:prstGeom prst="rect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573" name="직선 화살표 연결선 572">
              <a:extLst>
                <a:ext uri="{FF2B5EF4-FFF2-40B4-BE49-F238E27FC236}">
                  <a16:creationId xmlns:a16="http://schemas.microsoft.com/office/drawing/2014/main" id="{34590988-77D7-BDA7-1F9E-0920E1E20697}"/>
                </a:ext>
              </a:extLst>
            </p:cNvPr>
            <p:cNvCxnSpPr/>
            <p:nvPr/>
          </p:nvCxnSpPr>
          <p:spPr>
            <a:xfrm flipV="1">
              <a:off x="2620309" y="3558644"/>
              <a:ext cx="0" cy="52980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4" name="직선 화살표 연결선 573">
              <a:extLst>
                <a:ext uri="{FF2B5EF4-FFF2-40B4-BE49-F238E27FC236}">
                  <a16:creationId xmlns:a16="http://schemas.microsoft.com/office/drawing/2014/main" id="{5AF100B4-008D-1B2D-B0B3-87EDF78BFD43}"/>
                </a:ext>
              </a:extLst>
            </p:cNvPr>
            <p:cNvCxnSpPr/>
            <p:nvPr/>
          </p:nvCxnSpPr>
          <p:spPr>
            <a:xfrm flipV="1">
              <a:off x="2192352" y="4444457"/>
              <a:ext cx="0" cy="52980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5" name="직선 화살표 연결선 574">
              <a:extLst>
                <a:ext uri="{FF2B5EF4-FFF2-40B4-BE49-F238E27FC236}">
                  <a16:creationId xmlns:a16="http://schemas.microsoft.com/office/drawing/2014/main" id="{36234E18-330B-1AA1-9375-CA0767B0F394}"/>
                </a:ext>
              </a:extLst>
            </p:cNvPr>
            <p:cNvCxnSpPr/>
            <p:nvPr/>
          </p:nvCxnSpPr>
          <p:spPr>
            <a:xfrm flipV="1">
              <a:off x="3050346" y="2615289"/>
              <a:ext cx="0" cy="52980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0E3B42B4-A3C1-9D84-90E8-EA557AF8F9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3" t="210" r="11080" b="8969"/>
          <a:stretch/>
        </p:blipFill>
        <p:spPr>
          <a:xfrm>
            <a:off x="7977600" y="2458800"/>
            <a:ext cx="3907869" cy="318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84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7F06E-675B-0F37-48CA-AFDABE7A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85C714-EDBC-6A87-E55C-56898F221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en-US" dirty="0"/>
              <a:t>Mutex</a:t>
            </a:r>
            <a:r>
              <a:rPr kumimoji="1" lang="ko-KR" altLang="en-US" dirty="0"/>
              <a:t>를 </a:t>
            </a:r>
            <a:r>
              <a:rPr kumimoji="1" lang="en-US" altLang="en-US" dirty="0"/>
              <a:t>Resource</a:t>
            </a:r>
            <a:r>
              <a:rPr kumimoji="1" lang="ko-KR" altLang="en-US" dirty="0"/>
              <a:t>로 교체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차이 비교 </a:t>
            </a:r>
            <a:endParaRPr kumimoji="1" lang="en-US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FA167A7-2A9C-23AF-B0E8-CF59FB25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lang="en-US" altLang="ko-KR" dirty="0">
                <a:ea typeface="Tahoma" panose="020B0604030504040204" pitchFamily="34" charset="0"/>
              </a:rPr>
              <a:t>12-2</a:t>
            </a: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IPCP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BE137C2-971D-1822-F4EC-A8161FD3B851}"/>
              </a:ext>
            </a:extLst>
          </p:cNvPr>
          <p:cNvSpPr txBox="1"/>
          <p:nvPr/>
        </p:nvSpPr>
        <p:spPr>
          <a:xfrm>
            <a:off x="7058299" y="3882047"/>
            <a:ext cx="633942" cy="356566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7CE2AE5-6DB3-427A-4F73-B6A9BA4DF798}"/>
              </a:ext>
            </a:extLst>
          </p:cNvPr>
          <p:cNvSpPr txBox="1"/>
          <p:nvPr/>
        </p:nvSpPr>
        <p:spPr>
          <a:xfrm>
            <a:off x="7058299" y="4781731"/>
            <a:ext cx="633942" cy="356566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8D695BC3-A99F-EFB9-7FEA-24EEE6AD9BF2}"/>
              </a:ext>
            </a:extLst>
          </p:cNvPr>
          <p:cNvGrpSpPr/>
          <p:nvPr/>
        </p:nvGrpSpPr>
        <p:grpSpPr>
          <a:xfrm>
            <a:off x="1732755" y="2982964"/>
            <a:ext cx="437243" cy="2155333"/>
            <a:chOff x="2568676" y="2123464"/>
            <a:chExt cx="630223" cy="2245027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2875BA8-BBB3-4E4D-0FDC-55EBDFA26175}"/>
                </a:ext>
              </a:extLst>
            </p:cNvPr>
            <p:cNvSpPr txBox="1"/>
            <p:nvPr/>
          </p:nvSpPr>
          <p:spPr>
            <a:xfrm>
              <a:off x="2603262" y="2123464"/>
              <a:ext cx="578632" cy="3714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AE38E88-20D3-DF13-9BAA-14056B4092B5}"/>
                </a:ext>
              </a:extLst>
            </p:cNvPr>
            <p:cNvSpPr txBox="1"/>
            <p:nvPr/>
          </p:nvSpPr>
          <p:spPr>
            <a:xfrm>
              <a:off x="2603261" y="3997087"/>
              <a:ext cx="595638" cy="3714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 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1A220B4-7FDB-C26E-2798-B12246DD837D}"/>
                </a:ext>
              </a:extLst>
            </p:cNvPr>
            <p:cNvSpPr txBox="1"/>
            <p:nvPr/>
          </p:nvSpPr>
          <p:spPr>
            <a:xfrm>
              <a:off x="2568676" y="2971107"/>
              <a:ext cx="597763" cy="3714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80" name="왼쪽 중괄호 216">
            <a:extLst>
              <a:ext uri="{FF2B5EF4-FFF2-40B4-BE49-F238E27FC236}">
                <a16:creationId xmlns:a16="http://schemas.microsoft.com/office/drawing/2014/main" id="{F1369DDE-17D8-2F25-4F59-F115B8839B60}"/>
              </a:ext>
            </a:extLst>
          </p:cNvPr>
          <p:cNvSpPr/>
          <p:nvPr/>
        </p:nvSpPr>
        <p:spPr>
          <a:xfrm>
            <a:off x="1332754" y="2977562"/>
            <a:ext cx="397502" cy="2074137"/>
          </a:xfrm>
          <a:prstGeom prst="leftBrace">
            <a:avLst>
              <a:gd name="adj1" fmla="val 2335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DBD7E08-8EE6-6187-36BD-3E1C5014F5A3}"/>
              </a:ext>
            </a:extLst>
          </p:cNvPr>
          <p:cNvSpPr txBox="1"/>
          <p:nvPr/>
        </p:nvSpPr>
        <p:spPr>
          <a:xfrm>
            <a:off x="7057497" y="2966811"/>
            <a:ext cx="633942" cy="356566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05EFF29A-3A04-F1EA-E8B3-52DEF8D2FF97}"/>
              </a:ext>
            </a:extLst>
          </p:cNvPr>
          <p:cNvCxnSpPr/>
          <p:nvPr/>
        </p:nvCxnSpPr>
        <p:spPr>
          <a:xfrm>
            <a:off x="2192352" y="4963354"/>
            <a:ext cx="4907994" cy="0"/>
          </a:xfrm>
          <a:prstGeom prst="straightConnector1">
            <a:avLst/>
          </a:prstGeom>
          <a:ln w="127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7E7D94B6-443A-339D-7F8C-78DC74E9EFED}"/>
              </a:ext>
            </a:extLst>
          </p:cNvPr>
          <p:cNvCxnSpPr/>
          <p:nvPr/>
        </p:nvCxnSpPr>
        <p:spPr>
          <a:xfrm flipV="1">
            <a:off x="2193103" y="4773189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603BFAAA-ABCE-FD78-8D50-FF5F84221795}"/>
              </a:ext>
            </a:extLst>
          </p:cNvPr>
          <p:cNvCxnSpPr/>
          <p:nvPr/>
        </p:nvCxnSpPr>
        <p:spPr>
          <a:xfrm flipV="1">
            <a:off x="2407752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716C51FA-3D97-F1B2-925E-0C700ECE7106}"/>
              </a:ext>
            </a:extLst>
          </p:cNvPr>
          <p:cNvCxnSpPr/>
          <p:nvPr/>
        </p:nvCxnSpPr>
        <p:spPr>
          <a:xfrm flipV="1">
            <a:off x="2622400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8835AC6F-8529-D257-8B30-65FDA6E9D44A}"/>
              </a:ext>
            </a:extLst>
          </p:cNvPr>
          <p:cNvCxnSpPr/>
          <p:nvPr/>
        </p:nvCxnSpPr>
        <p:spPr>
          <a:xfrm flipV="1">
            <a:off x="2837049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37BB9EAC-9BFF-832D-1FBB-9422B88F263A}"/>
              </a:ext>
            </a:extLst>
          </p:cNvPr>
          <p:cNvCxnSpPr/>
          <p:nvPr/>
        </p:nvCxnSpPr>
        <p:spPr>
          <a:xfrm flipV="1">
            <a:off x="3051697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4E0FA6AC-7A4F-57C4-1702-C61E5ECF3A1E}"/>
              </a:ext>
            </a:extLst>
          </p:cNvPr>
          <p:cNvCxnSpPr/>
          <p:nvPr/>
        </p:nvCxnSpPr>
        <p:spPr>
          <a:xfrm flipV="1">
            <a:off x="3480995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3A2C41A6-72F1-3F5A-BFF2-A9F9E3695006}"/>
              </a:ext>
            </a:extLst>
          </p:cNvPr>
          <p:cNvCxnSpPr/>
          <p:nvPr/>
        </p:nvCxnSpPr>
        <p:spPr>
          <a:xfrm flipV="1">
            <a:off x="3695643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3847123-A114-68DE-950E-512F0698239B}"/>
              </a:ext>
            </a:extLst>
          </p:cNvPr>
          <p:cNvCxnSpPr/>
          <p:nvPr/>
        </p:nvCxnSpPr>
        <p:spPr>
          <a:xfrm flipV="1">
            <a:off x="3910292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D9FD7150-AEBD-2150-FEDC-1D21471D7DA7}"/>
              </a:ext>
            </a:extLst>
          </p:cNvPr>
          <p:cNvCxnSpPr/>
          <p:nvPr/>
        </p:nvCxnSpPr>
        <p:spPr>
          <a:xfrm flipV="1">
            <a:off x="4124941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8669E598-83EB-55E9-D502-B56BA1C90072}"/>
              </a:ext>
            </a:extLst>
          </p:cNvPr>
          <p:cNvCxnSpPr/>
          <p:nvPr/>
        </p:nvCxnSpPr>
        <p:spPr>
          <a:xfrm flipV="1">
            <a:off x="3266346" y="478126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71B12FB-7DEE-263D-EE0A-CCAB0B35ACC3}"/>
              </a:ext>
            </a:extLst>
          </p:cNvPr>
          <p:cNvCxnSpPr/>
          <p:nvPr/>
        </p:nvCxnSpPr>
        <p:spPr>
          <a:xfrm flipV="1">
            <a:off x="4339590" y="478126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FA8B287D-A34F-4524-366A-E767A5D23376}"/>
              </a:ext>
            </a:extLst>
          </p:cNvPr>
          <p:cNvCxnSpPr/>
          <p:nvPr/>
        </p:nvCxnSpPr>
        <p:spPr>
          <a:xfrm flipV="1">
            <a:off x="4554238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2E86D48-AA31-E813-4806-1268B7DD85CD}"/>
              </a:ext>
            </a:extLst>
          </p:cNvPr>
          <p:cNvCxnSpPr/>
          <p:nvPr/>
        </p:nvCxnSpPr>
        <p:spPr>
          <a:xfrm flipV="1">
            <a:off x="4768887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155AD13C-FBF9-4B2D-A2E7-E7CEE54379A2}"/>
              </a:ext>
            </a:extLst>
          </p:cNvPr>
          <p:cNvCxnSpPr/>
          <p:nvPr/>
        </p:nvCxnSpPr>
        <p:spPr>
          <a:xfrm flipV="1">
            <a:off x="4983535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8929C59E-3650-F155-8DA2-38351335B5E1}"/>
              </a:ext>
            </a:extLst>
          </p:cNvPr>
          <p:cNvCxnSpPr/>
          <p:nvPr/>
        </p:nvCxnSpPr>
        <p:spPr>
          <a:xfrm flipV="1">
            <a:off x="5198184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C4B9176-7AB1-CDF1-EB20-094C4F210D16}"/>
              </a:ext>
            </a:extLst>
          </p:cNvPr>
          <p:cNvCxnSpPr/>
          <p:nvPr/>
        </p:nvCxnSpPr>
        <p:spPr>
          <a:xfrm flipV="1">
            <a:off x="5412832" y="478126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7E63E2E6-19F7-0756-6A6A-368D698E06F0}"/>
              </a:ext>
            </a:extLst>
          </p:cNvPr>
          <p:cNvCxnSpPr/>
          <p:nvPr/>
        </p:nvCxnSpPr>
        <p:spPr>
          <a:xfrm flipV="1">
            <a:off x="5627481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7A995A15-6715-B291-3A33-3126AD6C472F}"/>
              </a:ext>
            </a:extLst>
          </p:cNvPr>
          <p:cNvCxnSpPr/>
          <p:nvPr/>
        </p:nvCxnSpPr>
        <p:spPr>
          <a:xfrm flipV="1">
            <a:off x="5842130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083E60EF-D036-3841-354C-9A3D436D0373}"/>
              </a:ext>
            </a:extLst>
          </p:cNvPr>
          <p:cNvCxnSpPr/>
          <p:nvPr/>
        </p:nvCxnSpPr>
        <p:spPr>
          <a:xfrm flipV="1">
            <a:off x="6056779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924E0E00-DB30-98B0-7750-053FD07690FB}"/>
              </a:ext>
            </a:extLst>
          </p:cNvPr>
          <p:cNvCxnSpPr/>
          <p:nvPr/>
        </p:nvCxnSpPr>
        <p:spPr>
          <a:xfrm flipV="1">
            <a:off x="6271428" y="489383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27E9500C-D677-C0B2-B748-3A03252CC967}"/>
              </a:ext>
            </a:extLst>
          </p:cNvPr>
          <p:cNvCxnSpPr/>
          <p:nvPr/>
        </p:nvCxnSpPr>
        <p:spPr>
          <a:xfrm flipV="1">
            <a:off x="6486067" y="478126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943B4376-980A-AFFF-4B2B-A6951F70E2AF}"/>
              </a:ext>
            </a:extLst>
          </p:cNvPr>
          <p:cNvCxnSpPr/>
          <p:nvPr/>
        </p:nvCxnSpPr>
        <p:spPr>
          <a:xfrm>
            <a:off x="2192352" y="4063671"/>
            <a:ext cx="4907994" cy="0"/>
          </a:xfrm>
          <a:prstGeom prst="straightConnector1">
            <a:avLst/>
          </a:prstGeom>
          <a:ln w="127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00DCB12-5C3C-B28F-D107-9BEEDFBEC773}"/>
              </a:ext>
            </a:extLst>
          </p:cNvPr>
          <p:cNvCxnSpPr/>
          <p:nvPr/>
        </p:nvCxnSpPr>
        <p:spPr>
          <a:xfrm flipV="1">
            <a:off x="2193103" y="3873507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FA285382-BEC8-2B97-0A23-AB4031A1F9EF}"/>
              </a:ext>
            </a:extLst>
          </p:cNvPr>
          <p:cNvCxnSpPr/>
          <p:nvPr/>
        </p:nvCxnSpPr>
        <p:spPr>
          <a:xfrm flipV="1">
            <a:off x="2407752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3F365847-7C3E-C5D4-311D-821D8A1A7023}"/>
              </a:ext>
            </a:extLst>
          </p:cNvPr>
          <p:cNvCxnSpPr/>
          <p:nvPr/>
        </p:nvCxnSpPr>
        <p:spPr>
          <a:xfrm flipV="1">
            <a:off x="2622400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550C25D6-2327-4054-7C68-B114C5B4859E}"/>
              </a:ext>
            </a:extLst>
          </p:cNvPr>
          <p:cNvCxnSpPr/>
          <p:nvPr/>
        </p:nvCxnSpPr>
        <p:spPr>
          <a:xfrm flipV="1">
            <a:off x="2837049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E33D906F-1983-14E8-B081-6D9CFA1679EF}"/>
              </a:ext>
            </a:extLst>
          </p:cNvPr>
          <p:cNvCxnSpPr/>
          <p:nvPr/>
        </p:nvCxnSpPr>
        <p:spPr>
          <a:xfrm flipV="1">
            <a:off x="3051697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FDF3F0B0-B7C5-68C7-FCF3-1735AEAD3D92}"/>
              </a:ext>
            </a:extLst>
          </p:cNvPr>
          <p:cNvCxnSpPr/>
          <p:nvPr/>
        </p:nvCxnSpPr>
        <p:spPr>
          <a:xfrm flipV="1">
            <a:off x="3480995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2C66A7A0-C21B-4B6B-30E4-574CB57311B3}"/>
              </a:ext>
            </a:extLst>
          </p:cNvPr>
          <p:cNvCxnSpPr/>
          <p:nvPr/>
        </p:nvCxnSpPr>
        <p:spPr>
          <a:xfrm flipV="1">
            <a:off x="3695643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FDE41FCD-ED16-CB05-3C5C-3442A7FBB1A0}"/>
              </a:ext>
            </a:extLst>
          </p:cNvPr>
          <p:cNvCxnSpPr/>
          <p:nvPr/>
        </p:nvCxnSpPr>
        <p:spPr>
          <a:xfrm flipV="1">
            <a:off x="3910292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E2517B8C-C34C-F766-0BEF-99361AFBB228}"/>
              </a:ext>
            </a:extLst>
          </p:cNvPr>
          <p:cNvCxnSpPr/>
          <p:nvPr/>
        </p:nvCxnSpPr>
        <p:spPr>
          <a:xfrm flipV="1">
            <a:off x="4122850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86A7BD7E-8900-FD99-CA3B-4EA508B4175E}"/>
              </a:ext>
            </a:extLst>
          </p:cNvPr>
          <p:cNvCxnSpPr/>
          <p:nvPr/>
        </p:nvCxnSpPr>
        <p:spPr>
          <a:xfrm flipV="1">
            <a:off x="3266346" y="388158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DEDFF8A7-3E61-FCA9-D796-9AF4F08A4354}"/>
              </a:ext>
            </a:extLst>
          </p:cNvPr>
          <p:cNvCxnSpPr/>
          <p:nvPr/>
        </p:nvCxnSpPr>
        <p:spPr>
          <a:xfrm flipV="1">
            <a:off x="4339590" y="388158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7ECD80DB-B675-D9A2-3C65-1DDBCAB133F6}"/>
              </a:ext>
            </a:extLst>
          </p:cNvPr>
          <p:cNvCxnSpPr/>
          <p:nvPr/>
        </p:nvCxnSpPr>
        <p:spPr>
          <a:xfrm flipV="1">
            <a:off x="4554238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936C093D-6707-3559-0AF3-999DBD271804}"/>
              </a:ext>
            </a:extLst>
          </p:cNvPr>
          <p:cNvCxnSpPr/>
          <p:nvPr/>
        </p:nvCxnSpPr>
        <p:spPr>
          <a:xfrm flipV="1">
            <a:off x="4768887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F7922A49-9BA9-721F-E2C7-D5F293C2CEA0}"/>
              </a:ext>
            </a:extLst>
          </p:cNvPr>
          <p:cNvCxnSpPr/>
          <p:nvPr/>
        </p:nvCxnSpPr>
        <p:spPr>
          <a:xfrm flipV="1">
            <a:off x="4983535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129B0A11-0C9B-0E3A-628D-317D508D88C0}"/>
              </a:ext>
            </a:extLst>
          </p:cNvPr>
          <p:cNvCxnSpPr/>
          <p:nvPr/>
        </p:nvCxnSpPr>
        <p:spPr>
          <a:xfrm flipV="1">
            <a:off x="5198184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1C8EB27C-0642-557C-F7CF-ABA12F0CFF66}"/>
              </a:ext>
            </a:extLst>
          </p:cNvPr>
          <p:cNvCxnSpPr/>
          <p:nvPr/>
        </p:nvCxnSpPr>
        <p:spPr>
          <a:xfrm flipV="1">
            <a:off x="5412832" y="388158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B75B763D-669A-541F-62DA-08124139421D}"/>
              </a:ext>
            </a:extLst>
          </p:cNvPr>
          <p:cNvCxnSpPr/>
          <p:nvPr/>
        </p:nvCxnSpPr>
        <p:spPr>
          <a:xfrm flipV="1">
            <a:off x="5627481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F5F38DDB-560C-180E-8245-1B110549C02B}"/>
              </a:ext>
            </a:extLst>
          </p:cNvPr>
          <p:cNvCxnSpPr/>
          <p:nvPr/>
        </p:nvCxnSpPr>
        <p:spPr>
          <a:xfrm flipV="1">
            <a:off x="5842130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C10C98DC-CEA7-CC43-9A79-70429EADF8C5}"/>
              </a:ext>
            </a:extLst>
          </p:cNvPr>
          <p:cNvCxnSpPr/>
          <p:nvPr/>
        </p:nvCxnSpPr>
        <p:spPr>
          <a:xfrm flipV="1">
            <a:off x="6056779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B9FA2911-05CC-4DF4-9152-846FEA1BCA84}"/>
              </a:ext>
            </a:extLst>
          </p:cNvPr>
          <p:cNvCxnSpPr/>
          <p:nvPr/>
        </p:nvCxnSpPr>
        <p:spPr>
          <a:xfrm flipV="1">
            <a:off x="6271428" y="3994153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DA167ACE-D01C-F8EA-BF04-A74F311231FC}"/>
              </a:ext>
            </a:extLst>
          </p:cNvPr>
          <p:cNvCxnSpPr/>
          <p:nvPr/>
        </p:nvCxnSpPr>
        <p:spPr>
          <a:xfrm flipV="1">
            <a:off x="6486067" y="388158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AB61A505-B473-F73B-5C03-9734F2E66C1E}"/>
              </a:ext>
            </a:extLst>
          </p:cNvPr>
          <p:cNvCxnSpPr/>
          <p:nvPr/>
        </p:nvCxnSpPr>
        <p:spPr>
          <a:xfrm>
            <a:off x="2192352" y="3148900"/>
            <a:ext cx="4907994" cy="0"/>
          </a:xfrm>
          <a:prstGeom prst="straightConnector1">
            <a:avLst/>
          </a:prstGeom>
          <a:ln w="127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B1C1B868-BD6E-AABF-7F6E-B082BDE6BF82}"/>
              </a:ext>
            </a:extLst>
          </p:cNvPr>
          <p:cNvCxnSpPr/>
          <p:nvPr/>
        </p:nvCxnSpPr>
        <p:spPr>
          <a:xfrm flipV="1">
            <a:off x="2193103" y="2958735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576CD1DD-158F-C2BB-CF9B-4D65A3137C18}"/>
              </a:ext>
            </a:extLst>
          </p:cNvPr>
          <p:cNvCxnSpPr/>
          <p:nvPr/>
        </p:nvCxnSpPr>
        <p:spPr>
          <a:xfrm flipV="1">
            <a:off x="2407752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16D34A09-724F-5462-5B60-9936CC704AFF}"/>
              </a:ext>
            </a:extLst>
          </p:cNvPr>
          <p:cNvCxnSpPr/>
          <p:nvPr/>
        </p:nvCxnSpPr>
        <p:spPr>
          <a:xfrm flipV="1">
            <a:off x="2622400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3A64AE0E-5B9E-F939-0863-17BB263A31C2}"/>
              </a:ext>
            </a:extLst>
          </p:cNvPr>
          <p:cNvCxnSpPr/>
          <p:nvPr/>
        </p:nvCxnSpPr>
        <p:spPr>
          <a:xfrm flipV="1">
            <a:off x="2837049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39669249-EE72-627A-87A4-8A3A37A9C8B2}"/>
              </a:ext>
            </a:extLst>
          </p:cNvPr>
          <p:cNvCxnSpPr/>
          <p:nvPr/>
        </p:nvCxnSpPr>
        <p:spPr>
          <a:xfrm flipV="1">
            <a:off x="3051697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7ECB9A95-8F59-0E60-7452-6D4E960E5436}"/>
              </a:ext>
            </a:extLst>
          </p:cNvPr>
          <p:cNvCxnSpPr/>
          <p:nvPr/>
        </p:nvCxnSpPr>
        <p:spPr>
          <a:xfrm flipV="1">
            <a:off x="3483449" y="3083306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80685CAB-C536-9C32-3A86-C105D479DE2D}"/>
              </a:ext>
            </a:extLst>
          </p:cNvPr>
          <p:cNvCxnSpPr/>
          <p:nvPr/>
        </p:nvCxnSpPr>
        <p:spPr>
          <a:xfrm flipV="1">
            <a:off x="3693985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10C1B382-0296-F571-D665-17CE6EDC9856}"/>
              </a:ext>
            </a:extLst>
          </p:cNvPr>
          <p:cNvCxnSpPr/>
          <p:nvPr/>
        </p:nvCxnSpPr>
        <p:spPr>
          <a:xfrm flipV="1">
            <a:off x="3910292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4E79FCF6-1159-6AF3-5DE8-C2B4DD9030C0}"/>
              </a:ext>
            </a:extLst>
          </p:cNvPr>
          <p:cNvCxnSpPr/>
          <p:nvPr/>
        </p:nvCxnSpPr>
        <p:spPr>
          <a:xfrm flipV="1">
            <a:off x="4124941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4B6694A7-C74D-C57D-85C3-6868892D804D}"/>
              </a:ext>
            </a:extLst>
          </p:cNvPr>
          <p:cNvCxnSpPr/>
          <p:nvPr/>
        </p:nvCxnSpPr>
        <p:spPr>
          <a:xfrm flipV="1">
            <a:off x="3266346" y="296681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A6E596C6-D7A3-131D-2346-82F67FAAFB1D}"/>
              </a:ext>
            </a:extLst>
          </p:cNvPr>
          <p:cNvCxnSpPr/>
          <p:nvPr/>
        </p:nvCxnSpPr>
        <p:spPr>
          <a:xfrm flipV="1">
            <a:off x="4339590" y="296681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3B4FBDD1-B12A-9DA7-09C6-9230C28BC33E}"/>
              </a:ext>
            </a:extLst>
          </p:cNvPr>
          <p:cNvCxnSpPr/>
          <p:nvPr/>
        </p:nvCxnSpPr>
        <p:spPr>
          <a:xfrm flipV="1">
            <a:off x="4554238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BF08B754-2C04-61C8-B508-055EAD48E6D7}"/>
              </a:ext>
            </a:extLst>
          </p:cNvPr>
          <p:cNvCxnSpPr/>
          <p:nvPr/>
        </p:nvCxnSpPr>
        <p:spPr>
          <a:xfrm flipV="1">
            <a:off x="4768887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6E23092D-0A3F-F302-326D-196E54EF31B2}"/>
              </a:ext>
            </a:extLst>
          </p:cNvPr>
          <p:cNvCxnSpPr/>
          <p:nvPr/>
        </p:nvCxnSpPr>
        <p:spPr>
          <a:xfrm flipV="1">
            <a:off x="4983535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1F69FED9-CECD-19A1-7FF6-954E52E3E43B}"/>
              </a:ext>
            </a:extLst>
          </p:cNvPr>
          <p:cNvCxnSpPr/>
          <p:nvPr/>
        </p:nvCxnSpPr>
        <p:spPr>
          <a:xfrm flipV="1">
            <a:off x="5198184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6" name="직선 화살표 연결선 235">
            <a:extLst>
              <a:ext uri="{FF2B5EF4-FFF2-40B4-BE49-F238E27FC236}">
                <a16:creationId xmlns:a16="http://schemas.microsoft.com/office/drawing/2014/main" id="{CB909494-E305-289C-8F10-BEDF017BBAE1}"/>
              </a:ext>
            </a:extLst>
          </p:cNvPr>
          <p:cNvCxnSpPr/>
          <p:nvPr/>
        </p:nvCxnSpPr>
        <p:spPr>
          <a:xfrm flipV="1">
            <a:off x="5412832" y="296681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직선 화살표 연결선 244">
            <a:extLst>
              <a:ext uri="{FF2B5EF4-FFF2-40B4-BE49-F238E27FC236}">
                <a16:creationId xmlns:a16="http://schemas.microsoft.com/office/drawing/2014/main" id="{E6F6AE6D-2017-0CFF-9A33-19A2261ED877}"/>
              </a:ext>
            </a:extLst>
          </p:cNvPr>
          <p:cNvCxnSpPr/>
          <p:nvPr/>
        </p:nvCxnSpPr>
        <p:spPr>
          <a:xfrm flipV="1">
            <a:off x="5627481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6" name="직선 화살표 연결선 245">
            <a:extLst>
              <a:ext uri="{FF2B5EF4-FFF2-40B4-BE49-F238E27FC236}">
                <a16:creationId xmlns:a16="http://schemas.microsoft.com/office/drawing/2014/main" id="{64E861A4-BE17-6923-A5C4-D5910F7957EF}"/>
              </a:ext>
            </a:extLst>
          </p:cNvPr>
          <p:cNvCxnSpPr/>
          <p:nvPr/>
        </p:nvCxnSpPr>
        <p:spPr>
          <a:xfrm flipV="1">
            <a:off x="5842130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직선 화살표 연결선 274">
            <a:extLst>
              <a:ext uri="{FF2B5EF4-FFF2-40B4-BE49-F238E27FC236}">
                <a16:creationId xmlns:a16="http://schemas.microsoft.com/office/drawing/2014/main" id="{728FC6C1-B5C0-BFCD-F007-123229B80322}"/>
              </a:ext>
            </a:extLst>
          </p:cNvPr>
          <p:cNvCxnSpPr/>
          <p:nvPr/>
        </p:nvCxnSpPr>
        <p:spPr>
          <a:xfrm flipV="1">
            <a:off x="6056779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3350688F-73B3-986E-0BB0-4BCD978C8F1B}"/>
              </a:ext>
            </a:extLst>
          </p:cNvPr>
          <p:cNvCxnSpPr/>
          <p:nvPr/>
        </p:nvCxnSpPr>
        <p:spPr>
          <a:xfrm flipV="1">
            <a:off x="6271428" y="3079382"/>
            <a:ext cx="0" cy="139037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6BE5B380-4B4C-3054-97B5-A7ACD2DEE97A}"/>
              </a:ext>
            </a:extLst>
          </p:cNvPr>
          <p:cNvCxnSpPr/>
          <p:nvPr/>
        </p:nvCxnSpPr>
        <p:spPr>
          <a:xfrm flipV="1">
            <a:off x="6486067" y="2966813"/>
            <a:ext cx="0" cy="38033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4" name="직선 화살표 연결선 293">
            <a:extLst>
              <a:ext uri="{FF2B5EF4-FFF2-40B4-BE49-F238E27FC236}">
                <a16:creationId xmlns:a16="http://schemas.microsoft.com/office/drawing/2014/main" id="{2A226912-F9A1-BA6B-082B-F66B2FB6F1AA}"/>
              </a:ext>
            </a:extLst>
          </p:cNvPr>
          <p:cNvCxnSpPr/>
          <p:nvPr/>
        </p:nvCxnSpPr>
        <p:spPr>
          <a:xfrm flipV="1">
            <a:off x="3050346" y="2615289"/>
            <a:ext cx="0" cy="529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9" name="직선 화살표 연결선 298">
            <a:extLst>
              <a:ext uri="{FF2B5EF4-FFF2-40B4-BE49-F238E27FC236}">
                <a16:creationId xmlns:a16="http://schemas.microsoft.com/office/drawing/2014/main" id="{5AFBA73C-5BDE-626E-A538-D2C2AB0A2CD8}"/>
              </a:ext>
            </a:extLst>
          </p:cNvPr>
          <p:cNvCxnSpPr/>
          <p:nvPr/>
        </p:nvCxnSpPr>
        <p:spPr>
          <a:xfrm flipV="1">
            <a:off x="2620309" y="3558644"/>
            <a:ext cx="0" cy="529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7" name="직사각형 306">
            <a:extLst>
              <a:ext uri="{FF2B5EF4-FFF2-40B4-BE49-F238E27FC236}">
                <a16:creationId xmlns:a16="http://schemas.microsoft.com/office/drawing/2014/main" id="{ACD9743C-C183-1B2D-F8FF-C7DB628ACDFE}"/>
              </a:ext>
            </a:extLst>
          </p:cNvPr>
          <p:cNvSpPr/>
          <p:nvPr/>
        </p:nvSpPr>
        <p:spPr>
          <a:xfrm>
            <a:off x="2192352" y="4686682"/>
            <a:ext cx="215398" cy="277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197E2295-9989-C74A-F9C2-40CB58FF1EB7}"/>
              </a:ext>
            </a:extLst>
          </p:cNvPr>
          <p:cNvSpPr/>
          <p:nvPr/>
        </p:nvSpPr>
        <p:spPr>
          <a:xfrm>
            <a:off x="2407741" y="4686154"/>
            <a:ext cx="432000" cy="277200"/>
          </a:xfrm>
          <a:prstGeom prst="rect">
            <a:avLst/>
          </a:prstGeom>
          <a:pattFill prst="wdUpDiag">
            <a:fgClr>
              <a:schemeClr val="accent3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0" name="직사각형 309">
            <a:extLst>
              <a:ext uri="{FF2B5EF4-FFF2-40B4-BE49-F238E27FC236}">
                <a16:creationId xmlns:a16="http://schemas.microsoft.com/office/drawing/2014/main" id="{17F650A3-EE9D-34B1-2773-328A5F597330}"/>
              </a:ext>
            </a:extLst>
          </p:cNvPr>
          <p:cNvSpPr/>
          <p:nvPr/>
        </p:nvSpPr>
        <p:spPr>
          <a:xfrm>
            <a:off x="2834346" y="4686535"/>
            <a:ext cx="432000" cy="275565"/>
          </a:xfrm>
          <a:prstGeom prst="rect">
            <a:avLst/>
          </a:prstGeom>
          <a:pattFill prst="openDmnd">
            <a:fgClr>
              <a:schemeClr val="accent3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96F815DA-87FB-30F9-80AE-3239131DBFAE}"/>
              </a:ext>
            </a:extLst>
          </p:cNvPr>
          <p:cNvSpPr/>
          <p:nvPr/>
        </p:nvSpPr>
        <p:spPr>
          <a:xfrm>
            <a:off x="3266938" y="4688590"/>
            <a:ext cx="216000" cy="277200"/>
          </a:xfrm>
          <a:prstGeom prst="rect">
            <a:avLst/>
          </a:prstGeom>
          <a:pattFill prst="wdUpDiag">
            <a:fgClr>
              <a:schemeClr val="accent3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07F77296-2541-F2B6-9B42-6517F3113004}"/>
              </a:ext>
            </a:extLst>
          </p:cNvPr>
          <p:cNvSpPr/>
          <p:nvPr/>
        </p:nvSpPr>
        <p:spPr>
          <a:xfrm>
            <a:off x="6054026" y="4687200"/>
            <a:ext cx="432000" cy="277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4" name="직사각형 313">
            <a:extLst>
              <a:ext uri="{FF2B5EF4-FFF2-40B4-BE49-F238E27FC236}">
                <a16:creationId xmlns:a16="http://schemas.microsoft.com/office/drawing/2014/main" id="{7012E69B-9CF7-D767-91F0-CBAA3B48C420}"/>
              </a:ext>
            </a:extLst>
          </p:cNvPr>
          <p:cNvSpPr/>
          <p:nvPr/>
        </p:nvSpPr>
        <p:spPr>
          <a:xfrm>
            <a:off x="4981436" y="3786471"/>
            <a:ext cx="648000" cy="277200"/>
          </a:xfrm>
          <a:prstGeom prst="rect">
            <a:avLst/>
          </a:prstGeom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5" name="직사각형 314">
            <a:extLst>
              <a:ext uri="{FF2B5EF4-FFF2-40B4-BE49-F238E27FC236}">
                <a16:creationId xmlns:a16="http://schemas.microsoft.com/office/drawing/2014/main" id="{B9FE039D-8A01-CCBC-015D-9A991DF3399A}"/>
              </a:ext>
            </a:extLst>
          </p:cNvPr>
          <p:cNvSpPr/>
          <p:nvPr/>
        </p:nvSpPr>
        <p:spPr>
          <a:xfrm>
            <a:off x="5623923" y="3786472"/>
            <a:ext cx="216000" cy="277200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1"/>
            </a:bgClr>
          </a:pattFill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6" name="직사각형 315">
            <a:extLst>
              <a:ext uri="{FF2B5EF4-FFF2-40B4-BE49-F238E27FC236}">
                <a16:creationId xmlns:a16="http://schemas.microsoft.com/office/drawing/2014/main" id="{9E3D7BF6-5C69-5104-17A3-BDF9A8B0B7F5}"/>
              </a:ext>
            </a:extLst>
          </p:cNvPr>
          <p:cNvSpPr/>
          <p:nvPr/>
        </p:nvSpPr>
        <p:spPr>
          <a:xfrm>
            <a:off x="5843193" y="3787690"/>
            <a:ext cx="216000" cy="277200"/>
          </a:xfrm>
          <a:prstGeom prst="rect">
            <a:avLst/>
          </a:prstGeom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7" name="직사각형 316">
            <a:extLst>
              <a:ext uri="{FF2B5EF4-FFF2-40B4-BE49-F238E27FC236}">
                <a16:creationId xmlns:a16="http://schemas.microsoft.com/office/drawing/2014/main" id="{610115D8-15EE-AEA2-2105-2816059098CB}"/>
              </a:ext>
            </a:extLst>
          </p:cNvPr>
          <p:cNvSpPr/>
          <p:nvPr/>
        </p:nvSpPr>
        <p:spPr>
          <a:xfrm>
            <a:off x="3482467" y="2871588"/>
            <a:ext cx="216000" cy="277200"/>
          </a:xfrm>
          <a:prstGeom prst="rect">
            <a:avLst/>
          </a:prstGeom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8" name="직사각형 317">
            <a:extLst>
              <a:ext uri="{FF2B5EF4-FFF2-40B4-BE49-F238E27FC236}">
                <a16:creationId xmlns:a16="http://schemas.microsoft.com/office/drawing/2014/main" id="{129C5304-AA75-35B6-A4AD-0BD0CE4EDC96}"/>
              </a:ext>
            </a:extLst>
          </p:cNvPr>
          <p:cNvSpPr/>
          <p:nvPr/>
        </p:nvSpPr>
        <p:spPr>
          <a:xfrm>
            <a:off x="3696568" y="2872799"/>
            <a:ext cx="640323" cy="277200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id="{6EC1BDA6-B781-1276-9D1D-111528933E7F}"/>
              </a:ext>
            </a:extLst>
          </p:cNvPr>
          <p:cNvSpPr/>
          <p:nvPr/>
        </p:nvSpPr>
        <p:spPr>
          <a:xfrm>
            <a:off x="4334053" y="2872800"/>
            <a:ext cx="221285" cy="277200"/>
          </a:xfrm>
          <a:prstGeom prst="rect">
            <a:avLst/>
          </a:prstGeom>
          <a:pattFill prst="openDmnd">
            <a:fgClr>
              <a:schemeClr val="accent1"/>
            </a:fgClr>
            <a:bgClr>
              <a:schemeClr val="bg1"/>
            </a:bgClr>
          </a:pattFill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68BF9BF9-2D40-95F5-D282-6AE47BC3069E}"/>
              </a:ext>
            </a:extLst>
          </p:cNvPr>
          <p:cNvSpPr/>
          <p:nvPr/>
        </p:nvSpPr>
        <p:spPr>
          <a:xfrm>
            <a:off x="4554000" y="2872800"/>
            <a:ext cx="216000" cy="277200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32DA32CF-F388-8342-0F5C-66F9DF334342}"/>
              </a:ext>
            </a:extLst>
          </p:cNvPr>
          <p:cNvSpPr/>
          <p:nvPr/>
        </p:nvSpPr>
        <p:spPr>
          <a:xfrm>
            <a:off x="4768877" y="2872800"/>
            <a:ext cx="216001" cy="277200"/>
          </a:xfrm>
          <a:prstGeom prst="rect">
            <a:avLst/>
          </a:prstGeom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22" name="직선 화살표 연결선 321">
            <a:extLst>
              <a:ext uri="{FF2B5EF4-FFF2-40B4-BE49-F238E27FC236}">
                <a16:creationId xmlns:a16="http://schemas.microsoft.com/office/drawing/2014/main" id="{5EA23C47-BA94-1C45-0AE2-E4847F8F6BFE}"/>
              </a:ext>
            </a:extLst>
          </p:cNvPr>
          <p:cNvCxnSpPr>
            <a:cxnSpLocks/>
          </p:cNvCxnSpPr>
          <p:nvPr/>
        </p:nvCxnSpPr>
        <p:spPr>
          <a:xfrm>
            <a:off x="3695586" y="2728693"/>
            <a:ext cx="0" cy="141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TextBox 81">
            <a:extLst>
              <a:ext uri="{FF2B5EF4-FFF2-40B4-BE49-F238E27FC236}">
                <a16:creationId xmlns:a16="http://schemas.microsoft.com/office/drawing/2014/main" id="{19317061-D0BB-EF16-DBA8-B5976519A955}"/>
              </a:ext>
            </a:extLst>
          </p:cNvPr>
          <p:cNvSpPr txBox="1"/>
          <p:nvPr/>
        </p:nvSpPr>
        <p:spPr>
          <a:xfrm>
            <a:off x="3445795" y="2544287"/>
            <a:ext cx="1211791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Lock(S1)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24" name="직선 화살표 연결선 323">
            <a:extLst>
              <a:ext uri="{FF2B5EF4-FFF2-40B4-BE49-F238E27FC236}">
                <a16:creationId xmlns:a16="http://schemas.microsoft.com/office/drawing/2014/main" id="{BB446670-559E-CF8D-81BC-9FB449F94CDB}"/>
              </a:ext>
            </a:extLst>
          </p:cNvPr>
          <p:cNvCxnSpPr>
            <a:cxnSpLocks/>
          </p:cNvCxnSpPr>
          <p:nvPr/>
        </p:nvCxnSpPr>
        <p:spPr>
          <a:xfrm>
            <a:off x="4550054" y="2728693"/>
            <a:ext cx="0" cy="141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81">
            <a:extLst>
              <a:ext uri="{FF2B5EF4-FFF2-40B4-BE49-F238E27FC236}">
                <a16:creationId xmlns:a16="http://schemas.microsoft.com/office/drawing/2014/main" id="{DB541681-1E29-8DD1-B321-9E845AA88FCA}"/>
              </a:ext>
            </a:extLst>
          </p:cNvPr>
          <p:cNvSpPr txBox="1"/>
          <p:nvPr/>
        </p:nvSpPr>
        <p:spPr>
          <a:xfrm>
            <a:off x="3751510" y="3297452"/>
            <a:ext cx="1180607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Lock(S2)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26" name="직선 화살표 연결선 325">
            <a:extLst>
              <a:ext uri="{FF2B5EF4-FFF2-40B4-BE49-F238E27FC236}">
                <a16:creationId xmlns:a16="http://schemas.microsoft.com/office/drawing/2014/main" id="{6727908C-3676-CD20-5091-AF751F208416}"/>
              </a:ext>
            </a:extLst>
          </p:cNvPr>
          <p:cNvCxnSpPr>
            <a:cxnSpLocks/>
          </p:cNvCxnSpPr>
          <p:nvPr/>
        </p:nvCxnSpPr>
        <p:spPr>
          <a:xfrm>
            <a:off x="5629412" y="3629942"/>
            <a:ext cx="0" cy="141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Box 81">
            <a:extLst>
              <a:ext uri="{FF2B5EF4-FFF2-40B4-BE49-F238E27FC236}">
                <a16:creationId xmlns:a16="http://schemas.microsoft.com/office/drawing/2014/main" id="{0F1B22EC-2E9B-B352-5532-E4D4483FA984}"/>
              </a:ext>
            </a:extLst>
          </p:cNvPr>
          <p:cNvSpPr txBox="1"/>
          <p:nvPr/>
        </p:nvSpPr>
        <p:spPr>
          <a:xfrm>
            <a:off x="5468734" y="3444968"/>
            <a:ext cx="1180607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Lock(S2)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28" name="직선 화살표 연결선 327">
            <a:extLst>
              <a:ext uri="{FF2B5EF4-FFF2-40B4-BE49-F238E27FC236}">
                <a16:creationId xmlns:a16="http://schemas.microsoft.com/office/drawing/2014/main" id="{6C447767-EAE1-D98E-E815-9AEF0576D8EB}"/>
              </a:ext>
            </a:extLst>
          </p:cNvPr>
          <p:cNvCxnSpPr>
            <a:cxnSpLocks/>
          </p:cNvCxnSpPr>
          <p:nvPr/>
        </p:nvCxnSpPr>
        <p:spPr>
          <a:xfrm>
            <a:off x="2399706" y="4532067"/>
            <a:ext cx="0" cy="141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직선 화살표 연결선 328">
            <a:extLst>
              <a:ext uri="{FF2B5EF4-FFF2-40B4-BE49-F238E27FC236}">
                <a16:creationId xmlns:a16="http://schemas.microsoft.com/office/drawing/2014/main" id="{96B221DF-D06F-BA1C-1C7B-2BF38AB418BC}"/>
              </a:ext>
            </a:extLst>
          </p:cNvPr>
          <p:cNvCxnSpPr>
            <a:cxnSpLocks/>
          </p:cNvCxnSpPr>
          <p:nvPr/>
        </p:nvCxnSpPr>
        <p:spPr>
          <a:xfrm flipV="1">
            <a:off x="2834346" y="4969751"/>
            <a:ext cx="0" cy="182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TextBox 81">
            <a:extLst>
              <a:ext uri="{FF2B5EF4-FFF2-40B4-BE49-F238E27FC236}">
                <a16:creationId xmlns:a16="http://schemas.microsoft.com/office/drawing/2014/main" id="{2DD1093D-2A95-BE3C-5DCF-11D15366E8F5}"/>
              </a:ext>
            </a:extLst>
          </p:cNvPr>
          <p:cNvSpPr txBox="1"/>
          <p:nvPr/>
        </p:nvSpPr>
        <p:spPr>
          <a:xfrm>
            <a:off x="2178084" y="4317884"/>
            <a:ext cx="1443058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Lock(S2)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31" name="직선 화살표 연결선 330">
            <a:extLst>
              <a:ext uri="{FF2B5EF4-FFF2-40B4-BE49-F238E27FC236}">
                <a16:creationId xmlns:a16="http://schemas.microsoft.com/office/drawing/2014/main" id="{C7204D61-8862-C65C-F399-110C43995859}"/>
              </a:ext>
            </a:extLst>
          </p:cNvPr>
          <p:cNvCxnSpPr>
            <a:cxnSpLocks/>
          </p:cNvCxnSpPr>
          <p:nvPr/>
        </p:nvCxnSpPr>
        <p:spPr>
          <a:xfrm flipV="1">
            <a:off x="3480995" y="4972135"/>
            <a:ext cx="0" cy="205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TextBox 81">
            <a:extLst>
              <a:ext uri="{FF2B5EF4-FFF2-40B4-BE49-F238E27FC236}">
                <a16:creationId xmlns:a16="http://schemas.microsoft.com/office/drawing/2014/main" id="{E3B9ECB9-BC36-5A39-BAEB-CCA7C26024A7}"/>
              </a:ext>
            </a:extLst>
          </p:cNvPr>
          <p:cNvSpPr txBox="1"/>
          <p:nvPr/>
        </p:nvSpPr>
        <p:spPr>
          <a:xfrm>
            <a:off x="3152831" y="5099588"/>
            <a:ext cx="1923636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Release Lock(S2)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3" name="TextBox 81">
            <a:extLst>
              <a:ext uri="{FF2B5EF4-FFF2-40B4-BE49-F238E27FC236}">
                <a16:creationId xmlns:a16="http://schemas.microsoft.com/office/drawing/2014/main" id="{15F6487A-300E-BACE-2046-A5F5EE41D694}"/>
              </a:ext>
            </a:extLst>
          </p:cNvPr>
          <p:cNvSpPr txBox="1"/>
          <p:nvPr/>
        </p:nvSpPr>
        <p:spPr>
          <a:xfrm>
            <a:off x="2375607" y="5099589"/>
            <a:ext cx="777224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Lock(S1)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34" name="직선 화살표 연결선 333">
            <a:extLst>
              <a:ext uri="{FF2B5EF4-FFF2-40B4-BE49-F238E27FC236}">
                <a16:creationId xmlns:a16="http://schemas.microsoft.com/office/drawing/2014/main" id="{E03AA4AF-054D-9A35-094F-E7D30C825799}"/>
              </a:ext>
            </a:extLst>
          </p:cNvPr>
          <p:cNvCxnSpPr>
            <a:cxnSpLocks/>
          </p:cNvCxnSpPr>
          <p:nvPr/>
        </p:nvCxnSpPr>
        <p:spPr>
          <a:xfrm>
            <a:off x="3264755" y="4533625"/>
            <a:ext cx="0" cy="141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81">
            <a:extLst>
              <a:ext uri="{FF2B5EF4-FFF2-40B4-BE49-F238E27FC236}">
                <a16:creationId xmlns:a16="http://schemas.microsoft.com/office/drawing/2014/main" id="{2580A357-8261-B4A6-D5AA-226034DC35F5}"/>
              </a:ext>
            </a:extLst>
          </p:cNvPr>
          <p:cNvSpPr txBox="1"/>
          <p:nvPr/>
        </p:nvSpPr>
        <p:spPr>
          <a:xfrm>
            <a:off x="2899613" y="4327554"/>
            <a:ext cx="1443058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Release Lock(S1)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36" name="직선 화살표 연결선 335">
            <a:extLst>
              <a:ext uri="{FF2B5EF4-FFF2-40B4-BE49-F238E27FC236}">
                <a16:creationId xmlns:a16="http://schemas.microsoft.com/office/drawing/2014/main" id="{D0FAB570-5C62-0321-BA2A-D288969EDD1F}"/>
              </a:ext>
            </a:extLst>
          </p:cNvPr>
          <p:cNvCxnSpPr>
            <a:cxnSpLocks/>
          </p:cNvCxnSpPr>
          <p:nvPr/>
        </p:nvCxnSpPr>
        <p:spPr>
          <a:xfrm flipV="1">
            <a:off x="5846648" y="4083081"/>
            <a:ext cx="0" cy="205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Box 81">
            <a:extLst>
              <a:ext uri="{FF2B5EF4-FFF2-40B4-BE49-F238E27FC236}">
                <a16:creationId xmlns:a16="http://schemas.microsoft.com/office/drawing/2014/main" id="{19309ED6-1B73-5A05-60C4-31A66EDEEA77}"/>
              </a:ext>
            </a:extLst>
          </p:cNvPr>
          <p:cNvSpPr txBox="1"/>
          <p:nvPr/>
        </p:nvSpPr>
        <p:spPr>
          <a:xfrm>
            <a:off x="5572566" y="4205212"/>
            <a:ext cx="1923636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Release Lock(S2)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38" name="직선 화살표 연결선 337">
            <a:extLst>
              <a:ext uri="{FF2B5EF4-FFF2-40B4-BE49-F238E27FC236}">
                <a16:creationId xmlns:a16="http://schemas.microsoft.com/office/drawing/2014/main" id="{389FF7C0-F95B-6C5E-19DB-2B08FB845668}"/>
              </a:ext>
            </a:extLst>
          </p:cNvPr>
          <p:cNvCxnSpPr>
            <a:cxnSpLocks/>
          </p:cNvCxnSpPr>
          <p:nvPr/>
        </p:nvCxnSpPr>
        <p:spPr>
          <a:xfrm flipV="1">
            <a:off x="4779171" y="3147680"/>
            <a:ext cx="0" cy="205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81">
            <a:extLst>
              <a:ext uri="{FF2B5EF4-FFF2-40B4-BE49-F238E27FC236}">
                <a16:creationId xmlns:a16="http://schemas.microsoft.com/office/drawing/2014/main" id="{9ADCE9F2-9FD3-6460-426C-1B1BEE1F2C53}"/>
              </a:ext>
            </a:extLst>
          </p:cNvPr>
          <p:cNvSpPr txBox="1"/>
          <p:nvPr/>
        </p:nvSpPr>
        <p:spPr>
          <a:xfrm>
            <a:off x="4451007" y="3275133"/>
            <a:ext cx="1923636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Release Lock(S1)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40" name="직선 화살표 연결선 339">
            <a:extLst>
              <a:ext uri="{FF2B5EF4-FFF2-40B4-BE49-F238E27FC236}">
                <a16:creationId xmlns:a16="http://schemas.microsoft.com/office/drawing/2014/main" id="{3D21610E-548A-A37A-4F90-5CD4BBAA73C9}"/>
              </a:ext>
            </a:extLst>
          </p:cNvPr>
          <p:cNvCxnSpPr>
            <a:cxnSpLocks/>
          </p:cNvCxnSpPr>
          <p:nvPr/>
        </p:nvCxnSpPr>
        <p:spPr>
          <a:xfrm flipV="1">
            <a:off x="4341813" y="3152824"/>
            <a:ext cx="0" cy="205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TextBox 81">
            <a:extLst>
              <a:ext uri="{FF2B5EF4-FFF2-40B4-BE49-F238E27FC236}">
                <a16:creationId xmlns:a16="http://schemas.microsoft.com/office/drawing/2014/main" id="{485E3B5E-EDDA-62C7-ACD3-EEFD99177975}"/>
              </a:ext>
            </a:extLst>
          </p:cNvPr>
          <p:cNvSpPr txBox="1"/>
          <p:nvPr/>
        </p:nvSpPr>
        <p:spPr>
          <a:xfrm>
            <a:off x="4143509" y="2549577"/>
            <a:ext cx="1443058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Release Lock(S2)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01" name="직선 화살표 연결선 300">
            <a:extLst>
              <a:ext uri="{FF2B5EF4-FFF2-40B4-BE49-F238E27FC236}">
                <a16:creationId xmlns:a16="http://schemas.microsoft.com/office/drawing/2014/main" id="{CAA57D3B-7764-8241-7B60-77DD8D6B3128}"/>
              </a:ext>
            </a:extLst>
          </p:cNvPr>
          <p:cNvCxnSpPr/>
          <p:nvPr/>
        </p:nvCxnSpPr>
        <p:spPr>
          <a:xfrm flipV="1">
            <a:off x="2192352" y="4444457"/>
            <a:ext cx="0" cy="529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3" name="TextBox 215">
            <a:extLst>
              <a:ext uri="{FF2B5EF4-FFF2-40B4-BE49-F238E27FC236}">
                <a16:creationId xmlns:a16="http://schemas.microsoft.com/office/drawing/2014/main" id="{28BB869B-894A-2DC8-666D-B84061A14C12}"/>
              </a:ext>
            </a:extLst>
          </p:cNvPr>
          <p:cNvSpPr txBox="1"/>
          <p:nvPr/>
        </p:nvSpPr>
        <p:spPr>
          <a:xfrm>
            <a:off x="479091" y="3834908"/>
            <a:ext cx="645291" cy="3585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IPCP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4" name="말풍선: 모서리가 둥근 사각형 343">
            <a:extLst>
              <a:ext uri="{FF2B5EF4-FFF2-40B4-BE49-F238E27FC236}">
                <a16:creationId xmlns:a16="http://schemas.microsoft.com/office/drawing/2014/main" id="{CEC7791E-3B39-3735-EF0A-1A0BD5572E67}"/>
              </a:ext>
            </a:extLst>
          </p:cNvPr>
          <p:cNvSpPr/>
          <p:nvPr/>
        </p:nvSpPr>
        <p:spPr>
          <a:xfrm>
            <a:off x="7861394" y="313200"/>
            <a:ext cx="2916900" cy="1200329"/>
          </a:xfrm>
          <a:prstGeom prst="wedgeRoundRectCallout">
            <a:avLst>
              <a:gd name="adj1" fmla="val -93099"/>
              <a:gd name="adj2" fmla="val 2774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ko-KR" sz="1600" dirty="0" err="1"/>
              <a:t>asw.c</a:t>
            </a:r>
            <a:r>
              <a:rPr lang="en-US" altLang="ko-KR" sz="1600" dirty="0"/>
              <a:t> </a:t>
            </a:r>
            <a:r>
              <a:rPr lang="ko-KR" altLang="en-US" sz="1600" dirty="0"/>
              <a:t>파일만 수정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>
                <a:sym typeface="Wingdings" panose="05000000000000000000" pitchFamily="2" charset="2"/>
              </a:rPr>
              <a:t>그림 기반으로 </a:t>
            </a:r>
            <a:r>
              <a:rPr lang="en-US" altLang="ko-KR" sz="1600" dirty="0">
                <a:sym typeface="Wingdings" panose="05000000000000000000" pitchFamily="2" charset="2"/>
              </a:rPr>
              <a:t>10</a:t>
            </a:r>
            <a:r>
              <a:rPr lang="ko-KR" altLang="en-US" sz="1600" dirty="0">
                <a:sym typeface="Wingdings" panose="05000000000000000000" pitchFamily="2" charset="2"/>
              </a:rPr>
              <a:t>번 실습 되짚어가며 진행</a:t>
            </a:r>
            <a:endParaRPr lang="en-US" altLang="ko-KR" sz="1600" dirty="0">
              <a:sym typeface="Wingdings" panose="05000000000000000000" pitchFamily="2" charset="2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5E2CBC-BF83-0AD8-A050-B9D2BAF449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70" t="2761" r="15720" b="14497"/>
          <a:stretch/>
        </p:blipFill>
        <p:spPr>
          <a:xfrm>
            <a:off x="7977600" y="2458800"/>
            <a:ext cx="3904535" cy="318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25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AF2DE-2164-48A5-6DE5-68DEDF5E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13. Schedule Table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825C32-E8D2-0078-1D09-54C9CA72E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F61257-EF94-87E9-63CD-A70819478F50}"/>
              </a:ext>
            </a:extLst>
          </p:cNvPr>
          <p:cNvSpPr txBox="1"/>
          <p:nvPr/>
        </p:nvSpPr>
        <p:spPr>
          <a:xfrm>
            <a:off x="333021" y="1015999"/>
            <a:ext cx="11525958" cy="56282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   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SCHEDULETABLE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SchedTab1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COUNTER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counter1;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DURATION = 10;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REPEATING = TRUE;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AUTOSTART = TRUE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    START_VALUE = 5;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EXPIRE_POINT = ACTION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    EXPIRE_VALUE = 0;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    ACTION = ACTIVATETASK {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TaskH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    ACTION = ACTIVATETASK {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TaskL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EXPIRE_POINT = ACTION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    EXPIRE_VALUE = 5;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    ACTION = ACTIVATETASK {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TaskH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    ACTION = SETEVENT {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TaskL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Event1;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};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모서리가 둥근 사각형 설명선[R] 23">
            <a:extLst>
              <a:ext uri="{FF2B5EF4-FFF2-40B4-BE49-F238E27FC236}">
                <a16:creationId xmlns:a16="http://schemas.microsoft.com/office/drawing/2014/main" id="{BFA1CF2B-198B-9229-1EA6-E0776E665B52}"/>
              </a:ext>
            </a:extLst>
          </p:cNvPr>
          <p:cNvSpPr/>
          <p:nvPr/>
        </p:nvSpPr>
        <p:spPr>
          <a:xfrm>
            <a:off x="4643252" y="1318161"/>
            <a:ext cx="1900052" cy="819397"/>
          </a:xfrm>
          <a:prstGeom prst="wedgeRoundRectCallout">
            <a:avLst>
              <a:gd name="adj1" fmla="val -93703"/>
              <a:gd name="adj2" fmla="val 1488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Cycle Time</a:t>
            </a:r>
            <a:endParaRPr kumimoji="1" lang="ko-Kore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모서리가 둥근 사각형 설명선[R] 24">
            <a:extLst>
              <a:ext uri="{FF2B5EF4-FFF2-40B4-BE49-F238E27FC236}">
                <a16:creationId xmlns:a16="http://schemas.microsoft.com/office/drawing/2014/main" id="{4B882E1F-A7C3-D069-AB48-B0C1EB7827D3}"/>
              </a:ext>
            </a:extLst>
          </p:cNvPr>
          <p:cNvSpPr/>
          <p:nvPr/>
        </p:nvSpPr>
        <p:spPr>
          <a:xfrm>
            <a:off x="4643252" y="2327505"/>
            <a:ext cx="1900052" cy="819397"/>
          </a:xfrm>
          <a:prstGeom prst="wedgeRoundRectCallout">
            <a:avLst>
              <a:gd name="adj1" fmla="val -65578"/>
              <a:gd name="adj2" fmla="val 474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Offset</a:t>
            </a:r>
            <a:endParaRPr kumimoji="1" lang="ko-Kore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모서리가 둥근 사각형 설명선[R] 25">
            <a:extLst>
              <a:ext uri="{FF2B5EF4-FFF2-40B4-BE49-F238E27FC236}">
                <a16:creationId xmlns:a16="http://schemas.microsoft.com/office/drawing/2014/main" id="{8A628C7F-42C2-9370-A3A7-682DB752D833}"/>
              </a:ext>
            </a:extLst>
          </p:cNvPr>
          <p:cNvSpPr/>
          <p:nvPr/>
        </p:nvSpPr>
        <p:spPr>
          <a:xfrm>
            <a:off x="8251115" y="2836165"/>
            <a:ext cx="1900052" cy="819397"/>
          </a:xfrm>
          <a:prstGeom prst="wedgeRoundRectCallout">
            <a:avLst>
              <a:gd name="adj1" fmla="val -76203"/>
              <a:gd name="adj2" fmla="val 7141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Activation</a:t>
            </a:r>
            <a:endParaRPr kumimoji="1" lang="ko-Kore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모서리가 둥근 사각형 설명선[R] 26">
            <a:extLst>
              <a:ext uri="{FF2B5EF4-FFF2-40B4-BE49-F238E27FC236}">
                <a16:creationId xmlns:a16="http://schemas.microsoft.com/office/drawing/2014/main" id="{CA4BD739-E28E-4741-6D42-5A321D428FCE}"/>
              </a:ext>
            </a:extLst>
          </p:cNvPr>
          <p:cNvSpPr/>
          <p:nvPr/>
        </p:nvSpPr>
        <p:spPr>
          <a:xfrm>
            <a:off x="9201141" y="4656331"/>
            <a:ext cx="1900052" cy="819397"/>
          </a:xfrm>
          <a:prstGeom prst="wedgeRoundRectCallout">
            <a:avLst>
              <a:gd name="adj1" fmla="val -76203"/>
              <a:gd name="adj2" fmla="val 7141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Event Setting</a:t>
            </a:r>
            <a:endParaRPr kumimoji="1" lang="ko-Kore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686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화살표 연결선 8"/>
          <p:cNvCxnSpPr/>
          <p:nvPr/>
        </p:nvCxnSpPr>
        <p:spPr>
          <a:xfrm flipV="1">
            <a:off x="2152068" y="3127060"/>
            <a:ext cx="7798264" cy="70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2396822" y="293970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2637904" y="2941662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>
            <a:off x="2881731" y="2950784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3122813" y="2944433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/>
          <p:cNvCxnSpPr/>
          <p:nvPr/>
        </p:nvCxnSpPr>
        <p:spPr>
          <a:xfrm>
            <a:off x="3613251" y="2950784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>
            <a:off x="3854333" y="2944433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>
            <a:off x="4098160" y="2945242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4339242" y="2947204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4821367" y="2945242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5062449" y="2947204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5306276" y="293970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/>
          <p:nvPr/>
        </p:nvCxnSpPr>
        <p:spPr>
          <a:xfrm>
            <a:off x="5547358" y="2941662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>
            <a:off x="6037796" y="293970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>
            <a:off x="6278878" y="2949975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>
            <a:off x="6522705" y="2950784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>
          <a:xfrm>
            <a:off x="6763787" y="2944433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7245913" y="295064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/>
        </p:nvCxnSpPr>
        <p:spPr>
          <a:xfrm>
            <a:off x="7486995" y="2944289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>
            <a:off x="7730822" y="2945098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>
            <a:off x="7971904" y="294706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>
            <a:off x="8462342" y="2945098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/>
          <p:nvPr/>
        </p:nvCxnSpPr>
        <p:spPr>
          <a:xfrm>
            <a:off x="8703424" y="2938747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>
            <a:off x="8947251" y="2939556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/>
          <p:nvPr/>
        </p:nvCxnSpPr>
        <p:spPr>
          <a:xfrm>
            <a:off x="9188333" y="2941518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BADEF03D-4ADE-4531-88E4-92E43B35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13. Schedule Table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9932595" y="2946150"/>
            <a:ext cx="858983" cy="3720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ko-KR" altLang="en-US" sz="2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1293085" y="2948068"/>
            <a:ext cx="858983" cy="37206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TaskH</a:t>
            </a:r>
            <a:endParaRPr lang="ko-KR" altLang="en-US" sz="2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2152068" y="2774101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8224055" y="2788446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3370807" y="2787449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1293085" y="4337537"/>
            <a:ext cx="858983" cy="37206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TaskM</a:t>
            </a:r>
            <a:endParaRPr lang="ko-KR" altLang="en-US" sz="2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2148888" y="2776067"/>
          <a:ext cx="622673" cy="36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2673">
                  <a:extLst>
                    <a:ext uri="{9D8B030D-6E8A-4147-A177-3AD203B41FA5}">
                      <a16:colId xmlns:a16="http://schemas.microsoft.com/office/drawing/2014/main" val="68613884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142524"/>
                  </a:ext>
                </a:extLst>
              </a:tr>
            </a:tbl>
          </a:graphicData>
        </a:graphic>
      </p:graphicFrame>
      <p:sp>
        <p:nvSpPr>
          <p:cNvPr id="53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3225606" y="3510256"/>
            <a:ext cx="290401" cy="2740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54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4387866" y="3510680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</a:t>
            </a:r>
          </a:p>
        </p:txBody>
      </p: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2020343" y="3514902"/>
            <a:ext cx="290401" cy="2740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cxnSp>
        <p:nvCxnSpPr>
          <p:cNvPr id="64" name="직선 연결선 63"/>
          <p:cNvCxnSpPr/>
          <p:nvPr/>
        </p:nvCxnSpPr>
        <p:spPr>
          <a:xfrm>
            <a:off x="9424781" y="2790727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5604761" y="3507449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</a:t>
            </a:r>
          </a:p>
        </p:txBody>
      </p:sp>
      <p:sp>
        <p:nvSpPr>
          <p:cNvPr id="75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1293085" y="5728913"/>
            <a:ext cx="858983" cy="37206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TaskL</a:t>
            </a:r>
            <a:endParaRPr lang="ko-KR" altLang="en-US" sz="2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97" name="직선 연결선 96"/>
          <p:cNvCxnSpPr/>
          <p:nvPr/>
        </p:nvCxnSpPr>
        <p:spPr>
          <a:xfrm>
            <a:off x="4578923" y="2790220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5795818" y="2785608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/>
          <p:nvPr/>
        </p:nvCxnSpPr>
        <p:spPr>
          <a:xfrm>
            <a:off x="7003934" y="2790727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6840452" y="3493829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</a:t>
            </a:r>
          </a:p>
        </p:txBody>
      </p:sp>
      <p:sp>
        <p:nvSpPr>
          <p:cNvPr id="127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8029771" y="3505608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</a:t>
            </a:r>
          </a:p>
        </p:txBody>
      </p:sp>
      <p:sp>
        <p:nvSpPr>
          <p:cNvPr id="128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9231088" y="3508395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30</a:t>
            </a:r>
          </a:p>
        </p:txBody>
      </p:sp>
      <p:cxnSp>
        <p:nvCxnSpPr>
          <p:cNvPr id="129" name="직선 화살표 연결선 128"/>
          <p:cNvCxnSpPr/>
          <p:nvPr/>
        </p:nvCxnSpPr>
        <p:spPr>
          <a:xfrm flipV="1">
            <a:off x="2154833" y="4476946"/>
            <a:ext cx="7798264" cy="70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/>
          <p:cNvCxnSpPr/>
          <p:nvPr/>
        </p:nvCxnSpPr>
        <p:spPr>
          <a:xfrm>
            <a:off x="2399587" y="4289586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/>
          <p:cNvCxnSpPr/>
          <p:nvPr/>
        </p:nvCxnSpPr>
        <p:spPr>
          <a:xfrm>
            <a:off x="2640669" y="4291548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/>
          <p:cNvCxnSpPr/>
          <p:nvPr/>
        </p:nvCxnSpPr>
        <p:spPr>
          <a:xfrm>
            <a:off x="2884496" y="430067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/>
          <p:cNvCxnSpPr/>
          <p:nvPr/>
        </p:nvCxnSpPr>
        <p:spPr>
          <a:xfrm>
            <a:off x="3125578" y="4294319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>
          <a:xfrm>
            <a:off x="3616016" y="430067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/>
          <p:cNvCxnSpPr/>
          <p:nvPr/>
        </p:nvCxnSpPr>
        <p:spPr>
          <a:xfrm>
            <a:off x="3857098" y="4294319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/>
          <p:cNvCxnSpPr/>
          <p:nvPr/>
        </p:nvCxnSpPr>
        <p:spPr>
          <a:xfrm>
            <a:off x="4100925" y="4295128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/>
          <p:cNvCxnSpPr/>
          <p:nvPr/>
        </p:nvCxnSpPr>
        <p:spPr>
          <a:xfrm>
            <a:off x="4342007" y="429709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/>
          <p:cNvCxnSpPr/>
          <p:nvPr/>
        </p:nvCxnSpPr>
        <p:spPr>
          <a:xfrm>
            <a:off x="4824132" y="4295128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/>
          <p:cNvCxnSpPr/>
          <p:nvPr/>
        </p:nvCxnSpPr>
        <p:spPr>
          <a:xfrm>
            <a:off x="5065214" y="429709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/>
          <p:nvPr/>
        </p:nvCxnSpPr>
        <p:spPr>
          <a:xfrm>
            <a:off x="5309041" y="4289586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/>
          <p:nvPr/>
        </p:nvCxnSpPr>
        <p:spPr>
          <a:xfrm>
            <a:off x="5550123" y="4291548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>
            <a:off x="6040561" y="4289586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>
            <a:off x="6281643" y="4299861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/>
          <p:cNvCxnSpPr/>
          <p:nvPr/>
        </p:nvCxnSpPr>
        <p:spPr>
          <a:xfrm>
            <a:off x="6525470" y="430067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/>
          <p:cNvCxnSpPr/>
          <p:nvPr/>
        </p:nvCxnSpPr>
        <p:spPr>
          <a:xfrm>
            <a:off x="6766552" y="4294319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/>
          <p:cNvCxnSpPr/>
          <p:nvPr/>
        </p:nvCxnSpPr>
        <p:spPr>
          <a:xfrm>
            <a:off x="7248678" y="4300526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/>
          <p:cNvCxnSpPr/>
          <p:nvPr/>
        </p:nvCxnSpPr>
        <p:spPr>
          <a:xfrm>
            <a:off x="7489760" y="4294175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>
            <a:off x="7733587" y="4294984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>
            <a:off x="7974669" y="4296946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/>
          <p:nvPr/>
        </p:nvCxnSpPr>
        <p:spPr>
          <a:xfrm>
            <a:off x="8465107" y="4294984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/>
          <p:cNvCxnSpPr/>
          <p:nvPr/>
        </p:nvCxnSpPr>
        <p:spPr>
          <a:xfrm>
            <a:off x="8706189" y="4288633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/>
          <p:cNvCxnSpPr/>
          <p:nvPr/>
        </p:nvCxnSpPr>
        <p:spPr>
          <a:xfrm>
            <a:off x="8950016" y="4289442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/>
          <p:cNvCxnSpPr/>
          <p:nvPr/>
        </p:nvCxnSpPr>
        <p:spPr>
          <a:xfrm>
            <a:off x="9191098" y="4291404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>
            <a:off x="2154833" y="4123987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>
            <a:off x="8226820" y="4138332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/>
          <p:cNvCxnSpPr/>
          <p:nvPr/>
        </p:nvCxnSpPr>
        <p:spPr>
          <a:xfrm>
            <a:off x="3373572" y="4137335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/>
          <p:cNvCxnSpPr/>
          <p:nvPr/>
        </p:nvCxnSpPr>
        <p:spPr>
          <a:xfrm flipV="1">
            <a:off x="2154833" y="3850156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3228371" y="4860142"/>
            <a:ext cx="290401" cy="2740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160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4390631" y="4860566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</a:t>
            </a:r>
          </a:p>
        </p:txBody>
      </p:sp>
      <p:sp>
        <p:nvSpPr>
          <p:cNvPr id="161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2023108" y="4864788"/>
            <a:ext cx="290401" cy="2740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cxnSp>
        <p:nvCxnSpPr>
          <p:cNvPr id="162" name="직선 연결선 161"/>
          <p:cNvCxnSpPr/>
          <p:nvPr/>
        </p:nvCxnSpPr>
        <p:spPr>
          <a:xfrm>
            <a:off x="9427546" y="4140613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5607526" y="4857335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</a:t>
            </a:r>
          </a:p>
        </p:txBody>
      </p:sp>
      <p:cxnSp>
        <p:nvCxnSpPr>
          <p:cNvPr id="164" name="직선 화살표 연결선 163"/>
          <p:cNvCxnSpPr/>
          <p:nvPr/>
        </p:nvCxnSpPr>
        <p:spPr>
          <a:xfrm flipV="1">
            <a:off x="9429530" y="3849943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/>
          <p:cNvCxnSpPr/>
          <p:nvPr/>
        </p:nvCxnSpPr>
        <p:spPr>
          <a:xfrm>
            <a:off x="4581688" y="4140106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/>
          <p:cNvCxnSpPr/>
          <p:nvPr/>
        </p:nvCxnSpPr>
        <p:spPr>
          <a:xfrm>
            <a:off x="5798583" y="4135494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/>
          <p:cNvCxnSpPr/>
          <p:nvPr/>
        </p:nvCxnSpPr>
        <p:spPr>
          <a:xfrm>
            <a:off x="7006699" y="4140613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/>
          <p:cNvCxnSpPr/>
          <p:nvPr/>
        </p:nvCxnSpPr>
        <p:spPr>
          <a:xfrm flipV="1">
            <a:off x="4579844" y="3846272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/>
          <p:cNvCxnSpPr/>
          <p:nvPr/>
        </p:nvCxnSpPr>
        <p:spPr>
          <a:xfrm flipV="1">
            <a:off x="7008082" y="3858469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6843217" y="4843715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</a:t>
            </a:r>
          </a:p>
        </p:txBody>
      </p:sp>
      <p:sp>
        <p:nvSpPr>
          <p:cNvPr id="173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8032536" y="4855494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</a:t>
            </a:r>
          </a:p>
        </p:txBody>
      </p:sp>
      <p:sp>
        <p:nvSpPr>
          <p:cNvPr id="174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9233853" y="4858281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30</a:t>
            </a:r>
          </a:p>
        </p:txBody>
      </p:sp>
      <p:cxnSp>
        <p:nvCxnSpPr>
          <p:cNvPr id="175" name="직선 화살표 연결선 174"/>
          <p:cNvCxnSpPr/>
          <p:nvPr/>
        </p:nvCxnSpPr>
        <p:spPr>
          <a:xfrm flipV="1">
            <a:off x="2152068" y="5867173"/>
            <a:ext cx="7798264" cy="70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/>
          <p:cNvCxnSpPr/>
          <p:nvPr/>
        </p:nvCxnSpPr>
        <p:spPr>
          <a:xfrm>
            <a:off x="2396822" y="5679813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/>
          <p:cNvCxnSpPr/>
          <p:nvPr/>
        </p:nvCxnSpPr>
        <p:spPr>
          <a:xfrm>
            <a:off x="2637904" y="5681775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/>
          <p:cNvCxnSpPr/>
          <p:nvPr/>
        </p:nvCxnSpPr>
        <p:spPr>
          <a:xfrm>
            <a:off x="2881731" y="5690897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/>
          <p:cNvCxnSpPr/>
          <p:nvPr/>
        </p:nvCxnSpPr>
        <p:spPr>
          <a:xfrm>
            <a:off x="3122813" y="5684546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/>
          <p:cNvCxnSpPr/>
          <p:nvPr/>
        </p:nvCxnSpPr>
        <p:spPr>
          <a:xfrm>
            <a:off x="3613251" y="5690897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>
            <a:off x="3854333" y="5684546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/>
          <p:cNvCxnSpPr/>
          <p:nvPr/>
        </p:nvCxnSpPr>
        <p:spPr>
          <a:xfrm>
            <a:off x="4098160" y="5685355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/>
          <p:cNvCxnSpPr/>
          <p:nvPr/>
        </p:nvCxnSpPr>
        <p:spPr>
          <a:xfrm>
            <a:off x="4339242" y="5687317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>
            <a:off x="4821367" y="5685355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/>
          <p:cNvCxnSpPr/>
          <p:nvPr/>
        </p:nvCxnSpPr>
        <p:spPr>
          <a:xfrm>
            <a:off x="5062449" y="5687317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/>
          <p:cNvCxnSpPr/>
          <p:nvPr/>
        </p:nvCxnSpPr>
        <p:spPr>
          <a:xfrm>
            <a:off x="5306276" y="5679813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/>
          <p:nvPr/>
        </p:nvCxnSpPr>
        <p:spPr>
          <a:xfrm>
            <a:off x="5547358" y="5681775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/>
          <p:cNvCxnSpPr/>
          <p:nvPr/>
        </p:nvCxnSpPr>
        <p:spPr>
          <a:xfrm>
            <a:off x="6037796" y="5679813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/>
          <p:cNvCxnSpPr/>
          <p:nvPr/>
        </p:nvCxnSpPr>
        <p:spPr>
          <a:xfrm>
            <a:off x="6278878" y="5690088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/>
          <p:cNvCxnSpPr/>
          <p:nvPr/>
        </p:nvCxnSpPr>
        <p:spPr>
          <a:xfrm>
            <a:off x="6522705" y="5690897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>
            <a:off x="6763787" y="5684546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/>
          <p:cNvCxnSpPr/>
          <p:nvPr/>
        </p:nvCxnSpPr>
        <p:spPr>
          <a:xfrm>
            <a:off x="7245913" y="5690753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>
            <a:off x="7486995" y="5684402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/>
          <p:cNvCxnSpPr/>
          <p:nvPr/>
        </p:nvCxnSpPr>
        <p:spPr>
          <a:xfrm>
            <a:off x="7730822" y="5685211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/>
          <p:cNvCxnSpPr/>
          <p:nvPr/>
        </p:nvCxnSpPr>
        <p:spPr>
          <a:xfrm>
            <a:off x="7971904" y="5687173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8462342" y="5685211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/>
          <p:cNvCxnSpPr/>
          <p:nvPr/>
        </p:nvCxnSpPr>
        <p:spPr>
          <a:xfrm>
            <a:off x="8703424" y="5678860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/>
          <p:cNvCxnSpPr/>
          <p:nvPr/>
        </p:nvCxnSpPr>
        <p:spPr>
          <a:xfrm>
            <a:off x="8947251" y="5679669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/>
          <p:cNvCxnSpPr/>
          <p:nvPr/>
        </p:nvCxnSpPr>
        <p:spPr>
          <a:xfrm>
            <a:off x="9188333" y="5681631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/>
          <p:cNvCxnSpPr/>
          <p:nvPr/>
        </p:nvCxnSpPr>
        <p:spPr>
          <a:xfrm>
            <a:off x="2152068" y="5514214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 200"/>
          <p:cNvCxnSpPr/>
          <p:nvPr/>
        </p:nvCxnSpPr>
        <p:spPr>
          <a:xfrm>
            <a:off x="8224055" y="5528559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/>
          <p:cNvCxnSpPr/>
          <p:nvPr/>
        </p:nvCxnSpPr>
        <p:spPr>
          <a:xfrm>
            <a:off x="3370807" y="5527562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/>
          <p:cNvCxnSpPr/>
          <p:nvPr/>
        </p:nvCxnSpPr>
        <p:spPr>
          <a:xfrm flipV="1">
            <a:off x="2152068" y="5240383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3225606" y="6250369"/>
            <a:ext cx="290401" cy="2740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206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4387866" y="6250793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</a:t>
            </a:r>
          </a:p>
        </p:txBody>
      </p:sp>
      <p:sp>
        <p:nvSpPr>
          <p:cNvPr id="207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2020343" y="6255015"/>
            <a:ext cx="290401" cy="2740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cxnSp>
        <p:nvCxnSpPr>
          <p:cNvPr id="208" name="직선 연결선 207"/>
          <p:cNvCxnSpPr/>
          <p:nvPr/>
        </p:nvCxnSpPr>
        <p:spPr>
          <a:xfrm>
            <a:off x="9424781" y="5530840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5604761" y="6247562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</a:t>
            </a:r>
          </a:p>
        </p:txBody>
      </p:sp>
      <p:cxnSp>
        <p:nvCxnSpPr>
          <p:cNvPr id="211" name="직선 연결선 210"/>
          <p:cNvCxnSpPr/>
          <p:nvPr/>
        </p:nvCxnSpPr>
        <p:spPr>
          <a:xfrm>
            <a:off x="4578923" y="5530333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/>
          <p:cNvCxnSpPr/>
          <p:nvPr/>
        </p:nvCxnSpPr>
        <p:spPr>
          <a:xfrm>
            <a:off x="5795818" y="5525721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/>
          <p:cNvCxnSpPr/>
          <p:nvPr/>
        </p:nvCxnSpPr>
        <p:spPr>
          <a:xfrm>
            <a:off x="7003934" y="5530840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화살표 연결선 214"/>
          <p:cNvCxnSpPr/>
          <p:nvPr/>
        </p:nvCxnSpPr>
        <p:spPr>
          <a:xfrm flipV="1">
            <a:off x="5795817" y="5236499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6840452" y="6233942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</a:t>
            </a:r>
          </a:p>
        </p:txBody>
      </p:sp>
      <p:sp>
        <p:nvSpPr>
          <p:cNvPr id="219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8029771" y="6245721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</a:t>
            </a:r>
          </a:p>
        </p:txBody>
      </p:sp>
      <p:sp>
        <p:nvSpPr>
          <p:cNvPr id="220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9231088" y="6248508"/>
            <a:ext cx="382113" cy="31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30</a:t>
            </a:r>
          </a:p>
        </p:txBody>
      </p:sp>
      <p:graphicFrame>
        <p:nvGraphicFramePr>
          <p:cNvPr id="221" name="표 220"/>
          <p:cNvGraphicFramePr>
            <a:graphicFrameLocks noGrp="1"/>
          </p:cNvGraphicFramePr>
          <p:nvPr/>
        </p:nvGraphicFramePr>
        <p:xfrm>
          <a:off x="3385277" y="2770582"/>
          <a:ext cx="576000" cy="36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68613884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142524"/>
                  </a:ext>
                </a:extLst>
              </a:tr>
            </a:tbl>
          </a:graphicData>
        </a:graphic>
      </p:graphicFrame>
      <p:graphicFrame>
        <p:nvGraphicFramePr>
          <p:cNvPr id="222" name="표 221"/>
          <p:cNvGraphicFramePr>
            <a:graphicFrameLocks noGrp="1"/>
          </p:cNvGraphicFramePr>
          <p:nvPr/>
        </p:nvGraphicFramePr>
        <p:xfrm>
          <a:off x="4583068" y="2785608"/>
          <a:ext cx="610953" cy="36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0953">
                  <a:extLst>
                    <a:ext uri="{9D8B030D-6E8A-4147-A177-3AD203B41FA5}">
                      <a16:colId xmlns:a16="http://schemas.microsoft.com/office/drawing/2014/main" val="68613884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142524"/>
                  </a:ext>
                </a:extLst>
              </a:tr>
            </a:tbl>
          </a:graphicData>
        </a:graphic>
      </p:graphicFrame>
      <p:graphicFrame>
        <p:nvGraphicFramePr>
          <p:cNvPr id="223" name="표 222"/>
          <p:cNvGraphicFramePr>
            <a:graphicFrameLocks noGrp="1"/>
          </p:cNvGraphicFramePr>
          <p:nvPr/>
        </p:nvGraphicFramePr>
        <p:xfrm>
          <a:off x="5814219" y="2770811"/>
          <a:ext cx="576000" cy="36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68613884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142524"/>
                  </a:ext>
                </a:extLst>
              </a:tr>
            </a:tbl>
          </a:graphicData>
        </a:graphic>
      </p:graphicFrame>
      <p:graphicFrame>
        <p:nvGraphicFramePr>
          <p:cNvPr id="224" name="표 223"/>
          <p:cNvGraphicFramePr>
            <a:graphicFrameLocks noGrp="1"/>
          </p:cNvGraphicFramePr>
          <p:nvPr/>
        </p:nvGraphicFramePr>
        <p:xfrm>
          <a:off x="7021084" y="2765427"/>
          <a:ext cx="576000" cy="36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68613884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142524"/>
                  </a:ext>
                </a:extLst>
              </a:tr>
            </a:tbl>
          </a:graphicData>
        </a:graphic>
      </p:graphicFrame>
      <p:graphicFrame>
        <p:nvGraphicFramePr>
          <p:cNvPr id="225" name="표 224"/>
          <p:cNvGraphicFramePr>
            <a:graphicFrameLocks noGrp="1"/>
          </p:cNvGraphicFramePr>
          <p:nvPr/>
        </p:nvGraphicFramePr>
        <p:xfrm>
          <a:off x="8235666" y="2767028"/>
          <a:ext cx="576000" cy="36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68613884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142524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3242232" y="5507189"/>
            <a:ext cx="126000" cy="366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2754624" y="4107511"/>
            <a:ext cx="487608" cy="36675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5182394" y="4103143"/>
            <a:ext cx="475163" cy="36675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9" name="직사각형 228"/>
          <p:cNvSpPr/>
          <p:nvPr/>
        </p:nvSpPr>
        <p:spPr>
          <a:xfrm>
            <a:off x="7610633" y="4097092"/>
            <a:ext cx="487608" cy="36675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1" name="직사각형 230"/>
          <p:cNvSpPr/>
          <p:nvPr/>
        </p:nvSpPr>
        <p:spPr>
          <a:xfrm>
            <a:off x="6404594" y="5501757"/>
            <a:ext cx="115330" cy="366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2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9950332" y="4302621"/>
            <a:ext cx="858983" cy="3720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ko-KR" altLang="en-US" sz="2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3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9937827" y="5678860"/>
            <a:ext cx="858983" cy="3720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ko-KR" altLang="en-US" sz="2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4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 txBox="1">
            <a:spLocks/>
          </p:cNvSpPr>
          <p:nvPr/>
        </p:nvSpPr>
        <p:spPr>
          <a:xfrm>
            <a:off x="333021" y="1076172"/>
            <a:ext cx="8370403" cy="447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ko-KR" altLang="en-US" sz="2400" dirty="0">
                <a:latin typeface="Tahoma" panose="020B0604030504040204" pitchFamily="34" charset="0"/>
                <a:cs typeface="Tahoma" panose="020B0604030504040204" pitchFamily="34" charset="0"/>
              </a:rPr>
              <a:t>개 </a:t>
            </a:r>
            <a:r>
              <a:rPr lang="en-US" altLang="ko-KR" sz="2400" dirty="0">
                <a:latin typeface="Tahoma" panose="020B0604030504040204" pitchFamily="34" charset="0"/>
                <a:cs typeface="Tahoma" panose="020B0604030504040204" pitchFamily="34" charset="0"/>
              </a:rPr>
              <a:t>Task </a:t>
            </a:r>
            <a:r>
              <a:rPr lang="ko-KR" altLang="en-US" sz="2400" dirty="0">
                <a:latin typeface="Tahoma" panose="020B0604030504040204" pitchFamily="34" charset="0"/>
                <a:cs typeface="Tahoma" panose="020B0604030504040204" pitchFamily="34" charset="0"/>
              </a:rPr>
              <a:t>생성 및 </a:t>
            </a:r>
            <a:r>
              <a:rPr lang="en-US" altLang="ko-KR" sz="2400" dirty="0">
                <a:latin typeface="Tahoma" panose="020B0604030504040204" pitchFamily="34" charset="0"/>
                <a:cs typeface="Tahoma" panose="020B0604030504040204" pitchFamily="34" charset="0"/>
              </a:rPr>
              <a:t>Scheduling </a:t>
            </a:r>
            <a:r>
              <a:rPr lang="ko-KR" altLang="en-US" sz="2400" dirty="0">
                <a:latin typeface="Tahoma" panose="020B0604030504040204" pitchFamily="34" charset="0"/>
                <a:cs typeface="Tahoma" panose="020B0604030504040204" pitchFamily="34" charset="0"/>
              </a:rPr>
              <a:t>실험</a:t>
            </a:r>
          </a:p>
        </p:txBody>
      </p:sp>
      <p:sp>
        <p:nvSpPr>
          <p:cNvPr id="216" name="내용 개체 틀 2">
            <a:extLst>
              <a:ext uri="{FF2B5EF4-FFF2-40B4-BE49-F238E27FC236}">
                <a16:creationId xmlns:a16="http://schemas.microsoft.com/office/drawing/2014/main" id="{D21CFEE7-A24C-4066-8245-6397C653A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764310"/>
            <a:ext cx="2726417" cy="508001"/>
          </a:xfrm>
        </p:spPr>
        <p:txBody>
          <a:bodyPr anchor="ctr">
            <a:normAutofit/>
          </a:bodyPr>
          <a:lstStyle/>
          <a:p>
            <a:r>
              <a:rPr lang="en-US" altLang="ko-K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Timing diagram</a:t>
            </a:r>
            <a:endParaRPr lang="ko-KR" altLang="en-US" sz="2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1CE58-8040-5C8B-D793-02166B304653}"/>
              </a:ext>
            </a:extLst>
          </p:cNvPr>
          <p:cNvSpPr txBox="1">
            <a:spLocks/>
          </p:cNvSpPr>
          <p:nvPr/>
        </p:nvSpPr>
        <p:spPr>
          <a:xfrm>
            <a:off x="151858" y="2927389"/>
            <a:ext cx="1129617" cy="36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(5, 2.5)</a:t>
            </a:r>
            <a:endParaRPr lang="ko-KR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2B22D8-F32F-AA3D-EF96-0C4A0B785C22}"/>
              </a:ext>
            </a:extLst>
          </p:cNvPr>
          <p:cNvSpPr txBox="1">
            <a:spLocks/>
          </p:cNvSpPr>
          <p:nvPr/>
        </p:nvSpPr>
        <p:spPr>
          <a:xfrm>
            <a:off x="151857" y="4280470"/>
            <a:ext cx="1129617" cy="36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(10, 2)</a:t>
            </a:r>
            <a:endParaRPr lang="ko-KR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B694634-0D22-EC1F-4A7F-24136871FE73}"/>
              </a:ext>
            </a:extLst>
          </p:cNvPr>
          <p:cNvSpPr txBox="1">
            <a:spLocks/>
          </p:cNvSpPr>
          <p:nvPr/>
        </p:nvSpPr>
        <p:spPr>
          <a:xfrm>
            <a:off x="162180" y="5692082"/>
            <a:ext cx="1129617" cy="36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(15, 0.5)</a:t>
            </a:r>
            <a:endParaRPr lang="ko-KR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8" name="직선 화살표 연결선 47"/>
          <p:cNvCxnSpPr/>
          <p:nvPr/>
        </p:nvCxnSpPr>
        <p:spPr>
          <a:xfrm flipV="1">
            <a:off x="2152068" y="2500270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 flipV="1">
            <a:off x="3370806" y="2508583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 flipV="1">
            <a:off x="9426765" y="2500057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/>
          <p:cNvCxnSpPr/>
          <p:nvPr/>
        </p:nvCxnSpPr>
        <p:spPr>
          <a:xfrm flipV="1">
            <a:off x="4577079" y="2496386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/>
          <p:cNvCxnSpPr/>
          <p:nvPr/>
        </p:nvCxnSpPr>
        <p:spPr>
          <a:xfrm flipV="1">
            <a:off x="5795817" y="2496386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/>
          <p:cNvCxnSpPr/>
          <p:nvPr/>
        </p:nvCxnSpPr>
        <p:spPr>
          <a:xfrm flipV="1">
            <a:off x="7005317" y="2508583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/>
          <p:cNvCxnSpPr/>
          <p:nvPr/>
        </p:nvCxnSpPr>
        <p:spPr>
          <a:xfrm flipV="1">
            <a:off x="8224055" y="2508583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58BEE89-E5EF-38CE-FC06-0DC500A60C56}"/>
              </a:ext>
            </a:extLst>
          </p:cNvPr>
          <p:cNvCxnSpPr/>
          <p:nvPr/>
        </p:nvCxnSpPr>
        <p:spPr>
          <a:xfrm flipV="1">
            <a:off x="9424781" y="5236499"/>
            <a:ext cx="0" cy="637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573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41A0A-29AB-BC57-FA2E-79E93061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14. End-to-End Delay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35E68-D59D-4F19-44EE-AA69001F5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AUTOSAR </a:t>
            </a:r>
            <a:r>
              <a:rPr kumimoji="1" lang="ko-KR" altLang="en-US" dirty="0"/>
              <a:t>기반 </a:t>
            </a:r>
            <a:r>
              <a:rPr kumimoji="1" lang="en-US" altLang="ko-Kore-KR" dirty="0"/>
              <a:t>DAG (Directed Acyclic Graph) SW </a:t>
            </a:r>
            <a:r>
              <a:rPr kumimoji="1" lang="ko-KR" altLang="en-US" dirty="0"/>
              <a:t>구조</a:t>
            </a:r>
            <a:endParaRPr kumimoji="1" lang="en-US" altLang="ko-KR" dirty="0"/>
          </a:p>
          <a:p>
            <a:r>
              <a:rPr kumimoji="1" lang="en-US" altLang="ko-KR" dirty="0"/>
              <a:t>Sensor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Actuator</a:t>
            </a:r>
            <a:r>
              <a:rPr kumimoji="1" lang="ko-KR" altLang="en-US" dirty="0"/>
              <a:t>까지 </a:t>
            </a:r>
            <a:r>
              <a:rPr kumimoji="1" lang="en-US" altLang="ko-KR" dirty="0"/>
              <a:t>End-to-End Delay </a:t>
            </a:r>
            <a:r>
              <a:rPr kumimoji="1" lang="ko-KR" altLang="en-US" dirty="0"/>
              <a:t>관찰 </a:t>
            </a:r>
            <a:endParaRPr kumimoji="1" lang="ko-Kore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259C822-D276-DE25-1EF4-09E55DFD6568}"/>
              </a:ext>
            </a:extLst>
          </p:cNvPr>
          <p:cNvSpPr/>
          <p:nvPr/>
        </p:nvSpPr>
        <p:spPr>
          <a:xfrm>
            <a:off x="3254521" y="3429000"/>
            <a:ext cx="707572" cy="7075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1</a:t>
            </a:r>
            <a:endParaRPr kumimoji="1" lang="ko-Kore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5EF918C-B886-1FFE-B1FF-8673FECBA45C}"/>
              </a:ext>
            </a:extLst>
          </p:cNvPr>
          <p:cNvSpPr/>
          <p:nvPr/>
        </p:nvSpPr>
        <p:spPr>
          <a:xfrm>
            <a:off x="8229479" y="3422781"/>
            <a:ext cx="707572" cy="7075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3</a:t>
            </a:r>
            <a:endParaRPr kumimoji="1" lang="ko-Kore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D03B94E-4965-C0DA-A063-4989191F2EAE}"/>
              </a:ext>
            </a:extLst>
          </p:cNvPr>
          <p:cNvSpPr/>
          <p:nvPr/>
        </p:nvSpPr>
        <p:spPr>
          <a:xfrm>
            <a:off x="5742000" y="3429000"/>
            <a:ext cx="707572" cy="7075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2</a:t>
            </a:r>
            <a:endParaRPr kumimoji="1" lang="ko-Kore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A465365-887F-B589-3DA8-5C7046E535AA}"/>
              </a:ext>
            </a:extLst>
          </p:cNvPr>
          <p:cNvCxnSpPr>
            <a:cxnSpLocks/>
          </p:cNvCxnSpPr>
          <p:nvPr/>
        </p:nvCxnSpPr>
        <p:spPr>
          <a:xfrm>
            <a:off x="3971515" y="3776567"/>
            <a:ext cx="1769135" cy="5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AFCA666-FB5F-DD28-D129-1BCC34E91698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 flipV="1">
            <a:off x="6449572" y="3776567"/>
            <a:ext cx="1779907" cy="6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D4ECADF-2580-DAC5-915A-2312E974473E}"/>
              </a:ext>
            </a:extLst>
          </p:cNvPr>
          <p:cNvCxnSpPr>
            <a:cxnSpLocks/>
            <a:stCxn id="10" idx="3"/>
            <a:endCxn id="4" idx="2"/>
          </p:cNvCxnSpPr>
          <p:nvPr/>
        </p:nvCxnSpPr>
        <p:spPr>
          <a:xfrm>
            <a:off x="2591677" y="3782786"/>
            <a:ext cx="662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154EA33-2A6A-B7D5-346E-FFE36A5FF1E5}"/>
              </a:ext>
            </a:extLst>
          </p:cNvPr>
          <p:cNvSpPr txBox="1"/>
          <p:nvPr/>
        </p:nvSpPr>
        <p:spPr>
          <a:xfrm>
            <a:off x="1479578" y="3598120"/>
            <a:ext cx="111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 err="1"/>
              <a:t>ButtonISR</a:t>
            </a:r>
            <a:endParaRPr kumimoji="1"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C220AC-FF59-94AF-D750-FB131E81FF0F}"/>
              </a:ext>
            </a:extLst>
          </p:cNvPr>
          <p:cNvSpPr txBox="1"/>
          <p:nvPr/>
        </p:nvSpPr>
        <p:spPr>
          <a:xfrm>
            <a:off x="9500272" y="359812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 err="1"/>
              <a:t>TimerISR</a:t>
            </a:r>
            <a:endParaRPr kumimoji="1" lang="ko-Kore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57B04E-A094-E290-6B23-7791706F23A0}"/>
              </a:ext>
            </a:extLst>
          </p:cNvPr>
          <p:cNvSpPr txBox="1"/>
          <p:nvPr/>
        </p:nvSpPr>
        <p:spPr>
          <a:xfrm>
            <a:off x="4007253" y="3401954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/>
              <a:t>UP or DOWN</a:t>
            </a:r>
            <a:endParaRPr kumimoji="1" lang="ko-Kore-KR" altLang="en-US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9BA9E6A-257E-F2AA-6782-33FA296FB2B9}"/>
              </a:ext>
            </a:extLst>
          </p:cNvPr>
          <p:cNvCxnSpPr>
            <a:cxnSpLocks/>
          </p:cNvCxnSpPr>
          <p:nvPr/>
        </p:nvCxnSpPr>
        <p:spPr>
          <a:xfrm>
            <a:off x="8924348" y="3776567"/>
            <a:ext cx="662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403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14. End-to-End Delay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3A26F-78A1-3279-A4B8-C5003BFA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TASK</a:t>
            </a:r>
            <a:r>
              <a:rPr kumimoji="1" lang="ko-KR" altLang="en-US" dirty="0"/>
              <a:t>를 통한 </a:t>
            </a:r>
            <a:r>
              <a:rPr kumimoji="1" lang="en-US" altLang="ko-KR" dirty="0"/>
              <a:t>Runnable </a:t>
            </a:r>
            <a:r>
              <a:rPr kumimoji="1" lang="ko-KR" altLang="en-US" dirty="0"/>
              <a:t>실행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0D261-308D-7851-B67A-A97F2ACA5794}"/>
              </a:ext>
            </a:extLst>
          </p:cNvPr>
          <p:cNvSpPr txBox="1"/>
          <p:nvPr/>
        </p:nvSpPr>
        <p:spPr>
          <a:xfrm>
            <a:off x="238767" y="1616364"/>
            <a:ext cx="5963920" cy="50232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-US" altLang="ko-Kore-KR" sz="1900" dirty="0">
                <a:latin typeface="Consolas" panose="020B0609020204030204" pitchFamily="49" charset="0"/>
                <a:cs typeface="Consolas" panose="020B0609020204030204" pitchFamily="49" charset="0"/>
              </a:rPr>
              <a:t>void Runnable_1(void)</a:t>
            </a:r>
          </a:p>
          <a:p>
            <a:r>
              <a:rPr lang="en-US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R2_in = R1_in;</a:t>
            </a:r>
          </a:p>
          <a:p>
            <a:r>
              <a:rPr lang="en-US" altLang="ko-Kore-KR" sz="19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" altLang="ko-Kore-KR" sz="19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ISR2(TimerISR)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 = -5;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char 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*out = </a:t>
            </a:r>
            <a:r>
              <a:rPr lang="en" altLang="ko-Kore-KR" sz="1900" dirty="0">
                <a:solidFill>
                  <a:srgbClr val="3D1A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“NA”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ko-Kore-KR" sz="19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19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IncrementCounter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(counter1);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if(R3_out == </a:t>
            </a:r>
            <a:r>
              <a:rPr lang="en" altLang="ko-Kore-KR" sz="1900" dirty="0">
                <a:solidFill>
                  <a:srgbClr val="3D1A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ko-Kore-KR" sz="1900" dirty="0">
                <a:latin typeface="Consolas" panose="020B0609020204030204" pitchFamily="49" charset="0"/>
                <a:cs typeface="Consolas" panose="020B0609020204030204" pitchFamily="49" charset="0"/>
              </a:rPr>
              <a:t>        out = </a:t>
            </a:r>
            <a:r>
              <a:rPr lang="en" altLang="ko-Kore-KR" sz="1900" dirty="0">
                <a:solidFill>
                  <a:srgbClr val="3D1AF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“UP”</a:t>
            </a:r>
            <a:r>
              <a:rPr lang="en" altLang="ko-Kore-KR" sz="19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else if(R3_out == DOWN)</a:t>
            </a:r>
          </a:p>
          <a:p>
            <a:r>
              <a:rPr lang="en" altLang="ko-Kore-KR" sz="1900" dirty="0">
                <a:latin typeface="Consolas" panose="020B0609020204030204" pitchFamily="49" charset="0"/>
                <a:cs typeface="Consolas" panose="020B0609020204030204" pitchFamily="49" charset="0"/>
              </a:rPr>
              <a:t>        out = </a:t>
            </a:r>
            <a:r>
              <a:rPr lang="en" altLang="ko-Kore-KR" sz="1900" dirty="0">
                <a:solidFill>
                  <a:srgbClr val="3D1AF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“DN”</a:t>
            </a:r>
            <a:r>
              <a:rPr lang="en" altLang="ko-Kore-KR" sz="19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printf</a:t>
            </a:r>
            <a:r>
              <a:rPr lang="en" altLang="ko-Kore-KR" sz="1900" dirty="0">
                <a:latin typeface="Consolas" panose="020B0609020204030204" pitchFamily="49" charset="0"/>
                <a:cs typeface="Consolas" panose="020B0609020204030204" pitchFamily="49" charset="0"/>
              </a:rPr>
              <a:t>Serial(</a:t>
            </a:r>
            <a:r>
              <a:rPr lang="en" altLang="ko-Kore-KR" sz="1900" dirty="0">
                <a:solidFill>
                  <a:srgbClr val="3D1AF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“\n4ld: [%s] ”</a:t>
            </a:r>
            <a:r>
              <a:rPr lang="en" altLang="ko-Kore-KR" sz="1900" dirty="0">
                <a:latin typeface="Consolas" panose="020B0609020204030204" pitchFamily="49" charset="0"/>
                <a:cs typeface="Consolas" panose="020B0609020204030204" pitchFamily="49" charset="0"/>
              </a:rPr>
              <a:t>, ++c, out);</a:t>
            </a:r>
            <a:endParaRPr lang="en" altLang="ko-Kore-KR" sz="19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635BE-F527-3540-3D53-E5DE23317870}"/>
              </a:ext>
            </a:extLst>
          </p:cNvPr>
          <p:cNvSpPr txBox="1"/>
          <p:nvPr/>
        </p:nvSpPr>
        <p:spPr>
          <a:xfrm>
            <a:off x="6296940" y="1620982"/>
            <a:ext cx="5651219" cy="50232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TASK(Task_8s)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19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printfSerial(</a:t>
            </a:r>
            <a:r>
              <a:rPr lang="en" altLang="ko-Kore-KR" sz="19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“Task_8s begins... "</a:t>
            </a:r>
            <a:r>
              <a:rPr lang="en" altLang="ko-Kore-KR" sz="19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19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Runnable_1();</a:t>
            </a:r>
          </a:p>
          <a:p>
            <a:r>
              <a:rPr lang="en" altLang="ko-Kore-KR" sz="19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Runnable_2();</a:t>
            </a:r>
          </a:p>
          <a:p>
            <a:r>
              <a:rPr lang="en" altLang="ko-Kore-KR" sz="19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Runnable_3();</a:t>
            </a:r>
          </a:p>
          <a:p>
            <a:r>
              <a:rPr lang="en" altLang="ko-Kore-KR" sz="19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printfSerial(</a:t>
            </a:r>
            <a:r>
              <a:rPr lang="en" altLang="ko-Kore-KR" sz="19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“Task_8s finishes... "</a:t>
            </a:r>
            <a:r>
              <a:rPr lang="en" altLang="ko-Kore-KR" sz="19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19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TerminateTask();</a:t>
            </a:r>
            <a:endParaRPr lang="en" altLang="ko-Kore-KR" sz="19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165F5-4477-982A-D21F-EAD04FB5F6B1}"/>
              </a:ext>
            </a:extLst>
          </p:cNvPr>
          <p:cNvSpPr txBox="1"/>
          <p:nvPr/>
        </p:nvSpPr>
        <p:spPr>
          <a:xfrm>
            <a:off x="2432441" y="1297817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ECA01C-4EDE-1E47-704C-F2680994ECC8}"/>
              </a:ext>
            </a:extLst>
          </p:cNvPr>
          <p:cNvSpPr txBox="1"/>
          <p:nvPr/>
        </p:nvSpPr>
        <p:spPr>
          <a:xfrm>
            <a:off x="8070984" y="1297817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409072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14. End-to-End Delay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3A26F-78A1-3279-A4B8-C5003BFA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SCHEDULETABLE</a:t>
            </a:r>
            <a:r>
              <a:rPr kumimoji="1" lang="ko-KR" altLang="en-US" dirty="0"/>
              <a:t>에 </a:t>
            </a:r>
            <a:r>
              <a:rPr kumimoji="1" lang="en-US" altLang="ko-KR" dirty="0"/>
              <a:t>TASK</a:t>
            </a:r>
            <a:r>
              <a:rPr kumimoji="1" lang="ko-KR" altLang="en-US" dirty="0"/>
              <a:t> 추가하여</a:t>
            </a:r>
            <a:r>
              <a:rPr kumimoji="1" lang="en-US" altLang="ko-KR" dirty="0"/>
              <a:t> </a:t>
            </a:r>
            <a:r>
              <a:rPr kumimoji="1" lang="ko-KR" altLang="en-US" dirty="0"/>
              <a:t>실행</a:t>
            </a:r>
            <a:endParaRPr kumimoji="1"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A69C55-4A34-5F68-0412-D48C9BDE8DB3}"/>
              </a:ext>
            </a:extLst>
          </p:cNvPr>
          <p:cNvSpPr txBox="1"/>
          <p:nvPr/>
        </p:nvSpPr>
        <p:spPr>
          <a:xfrm>
            <a:off x="2201050" y="1667472"/>
            <a:ext cx="7789900" cy="50232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SCHEDULETABLE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SchedTab1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COUNTER = counter1;</a:t>
            </a:r>
          </a:p>
          <a:p>
            <a:r>
              <a:rPr lang="en-US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DURATION = 8;</a:t>
            </a:r>
          </a:p>
          <a:p>
            <a:r>
              <a:rPr lang="en-US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REPEATING = TRUE;</a:t>
            </a:r>
          </a:p>
          <a:p>
            <a:r>
              <a:rPr lang="en-US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AUTOSTART = TRUE {</a:t>
            </a:r>
          </a:p>
          <a:p>
            <a:r>
              <a:rPr lang="en-US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START_VALUE = 5;</a:t>
            </a:r>
          </a:p>
          <a:p>
            <a:r>
              <a:rPr lang="en-US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};</a:t>
            </a:r>
          </a:p>
          <a:p>
            <a:r>
              <a:rPr lang="en-US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EXPIRE_POINT = ACTION {</a:t>
            </a:r>
          </a:p>
          <a:p>
            <a:r>
              <a:rPr lang="en-US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EXPIRE_VALUE = 0;</a:t>
            </a:r>
          </a:p>
          <a:p>
            <a:r>
              <a:rPr lang="en-US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ACTION = ACTIVATETASK { TASK = Task_2s; };</a:t>
            </a:r>
          </a:p>
          <a:p>
            <a:r>
              <a:rPr lang="en-US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ACTION = ACTIVATETASK { TASK = Task_4s; };</a:t>
            </a:r>
          </a:p>
          <a:p>
            <a:r>
              <a:rPr lang="en-US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ACTION = ACTIVATETASK { TASK = Task_8s; };</a:t>
            </a:r>
          </a:p>
          <a:p>
            <a:r>
              <a:rPr lang="en-US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};</a:t>
            </a:r>
          </a:p>
          <a:p>
            <a:r>
              <a:rPr lang="en-US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…</a:t>
            </a:r>
            <a:endParaRPr lang="en-US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6B5EF-51C9-4097-0FCC-1287A7AB1C12}"/>
              </a:ext>
            </a:extLst>
          </p:cNvPr>
          <p:cNvSpPr txBox="1"/>
          <p:nvPr/>
        </p:nvSpPr>
        <p:spPr>
          <a:xfrm>
            <a:off x="5580080" y="1477525"/>
            <a:ext cx="10318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conf.oil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144635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14. End-to-End Delay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3A26F-78A1-3279-A4B8-C5003BFA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End-to-End Delay </a:t>
            </a:r>
            <a:r>
              <a:rPr kumimoji="1" lang="ko-KR" altLang="en-US" dirty="0"/>
              <a:t>차이 존재</a:t>
            </a:r>
            <a:endParaRPr kumimoji="1" lang="ko-Kore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7E51626-4FED-9AAC-541E-0285E208C8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82" r="10027" b="15296"/>
          <a:stretch/>
        </p:blipFill>
        <p:spPr>
          <a:xfrm>
            <a:off x="1419408" y="2224823"/>
            <a:ext cx="9353183" cy="321056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C87AF15-3585-A713-2AE0-39595692EA88}"/>
              </a:ext>
            </a:extLst>
          </p:cNvPr>
          <p:cNvSpPr/>
          <p:nvPr/>
        </p:nvSpPr>
        <p:spPr>
          <a:xfrm>
            <a:off x="2259360" y="2375766"/>
            <a:ext cx="875000" cy="1537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B9997E-9C00-E24B-B19F-3725575E217C}"/>
              </a:ext>
            </a:extLst>
          </p:cNvPr>
          <p:cNvSpPr/>
          <p:nvPr/>
        </p:nvSpPr>
        <p:spPr>
          <a:xfrm>
            <a:off x="1894840" y="3583084"/>
            <a:ext cx="365760" cy="1693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428CE0C-7804-D30A-7AC4-1463FD964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8800" y="3405600"/>
            <a:ext cx="603281" cy="2095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1E124B5-C79D-8DEF-91FB-F9F4453340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206" b="-1"/>
          <a:stretch/>
        </p:blipFill>
        <p:spPr>
          <a:xfrm>
            <a:off x="9118800" y="2232000"/>
            <a:ext cx="603281" cy="16931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3D09AEE-8FAD-D715-3A5C-E7598457E8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206" b="-1"/>
          <a:stretch/>
        </p:blipFill>
        <p:spPr>
          <a:xfrm>
            <a:off x="9118800" y="4662000"/>
            <a:ext cx="603281" cy="16931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7642582-8482-4C2F-1B9B-62014B65F9DE}"/>
              </a:ext>
            </a:extLst>
          </p:cNvPr>
          <p:cNvSpPr/>
          <p:nvPr/>
        </p:nvSpPr>
        <p:spPr>
          <a:xfrm>
            <a:off x="9118800" y="3425722"/>
            <a:ext cx="1488240" cy="1844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E7EA33-2E29-96C4-88E4-6931098EDA4C}"/>
              </a:ext>
            </a:extLst>
          </p:cNvPr>
          <p:cNvSpPr/>
          <p:nvPr/>
        </p:nvSpPr>
        <p:spPr>
          <a:xfrm>
            <a:off x="9118800" y="4654448"/>
            <a:ext cx="1488240" cy="1844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351BA6-7D25-8F1D-2D18-2CFD0AFF7383}"/>
              </a:ext>
            </a:extLst>
          </p:cNvPr>
          <p:cNvSpPr/>
          <p:nvPr/>
        </p:nvSpPr>
        <p:spPr>
          <a:xfrm>
            <a:off x="5043855" y="4341725"/>
            <a:ext cx="1001345" cy="179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D9EB5E6-FDF6-238B-C492-105B2F32ACC9}"/>
              </a:ext>
            </a:extLst>
          </p:cNvPr>
          <p:cNvSpPr/>
          <p:nvPr/>
        </p:nvSpPr>
        <p:spPr>
          <a:xfrm>
            <a:off x="1893600" y="4806000"/>
            <a:ext cx="365760" cy="1693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509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3A26F-78A1-3279-A4B8-C5003BFA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Runnable </a:t>
            </a:r>
            <a:r>
              <a:rPr kumimoji="1" lang="ko-KR" altLang="en-US" dirty="0"/>
              <a:t>순서에 따른 </a:t>
            </a:r>
            <a:r>
              <a:rPr kumimoji="1" lang="en-US" altLang="ko-KR" dirty="0"/>
              <a:t>Reaction </a:t>
            </a:r>
            <a:r>
              <a:rPr kumimoji="1" lang="ko-KR" altLang="en-US" dirty="0"/>
              <a:t>지연 발생</a:t>
            </a:r>
            <a:endParaRPr kumimoji="1" lang="ko-Kore-KR" altLang="en-US" dirty="0"/>
          </a:p>
        </p:txBody>
      </p:sp>
      <p:pic>
        <p:nvPicPr>
          <p:cNvPr id="5" name="Google Shape;982;p15">
            <a:extLst>
              <a:ext uri="{FF2B5EF4-FFF2-40B4-BE49-F238E27FC236}">
                <a16:creationId xmlns:a16="http://schemas.microsoft.com/office/drawing/2014/main" id="{876691BB-881C-667C-D30A-6D08FB5B4C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2881" r="7140" b="6758"/>
          <a:stretch/>
        </p:blipFill>
        <p:spPr>
          <a:xfrm>
            <a:off x="949074" y="1951275"/>
            <a:ext cx="10293852" cy="43108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14. End-to-End Delay</a:t>
            </a:r>
            <a:endParaRPr kumimoji="1" lang="ko-Kore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A74AF7-C324-9CA9-5251-3D5B0E3EEA4B}"/>
              </a:ext>
            </a:extLst>
          </p:cNvPr>
          <p:cNvSpPr/>
          <p:nvPr/>
        </p:nvSpPr>
        <p:spPr>
          <a:xfrm>
            <a:off x="10324836" y="1951275"/>
            <a:ext cx="918089" cy="1541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94AA58-552B-22FF-9A1F-ABAA20C9C21A}"/>
              </a:ext>
            </a:extLst>
          </p:cNvPr>
          <p:cNvSpPr/>
          <p:nvPr/>
        </p:nvSpPr>
        <p:spPr>
          <a:xfrm>
            <a:off x="1391852" y="5904000"/>
            <a:ext cx="365760" cy="1989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4A042D-8EB1-C804-D07F-83061952B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6000" y="3207600"/>
            <a:ext cx="574113" cy="17701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A49D5AD-4E38-F2F7-6887-98E838936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543" y="4492287"/>
            <a:ext cx="574113" cy="1770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B1E59C4-8276-3BD7-1531-10E73E2BE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5999" y="5756790"/>
            <a:ext cx="574113" cy="17701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8AC426-7AD0-C16B-8309-17DEE4069416}"/>
              </a:ext>
            </a:extLst>
          </p:cNvPr>
          <p:cNvSpPr/>
          <p:nvPr/>
        </p:nvSpPr>
        <p:spPr>
          <a:xfrm>
            <a:off x="7479323" y="4492287"/>
            <a:ext cx="2917092" cy="192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75043C-E68C-204C-7F82-196384A54E5C}"/>
              </a:ext>
            </a:extLst>
          </p:cNvPr>
          <p:cNvSpPr/>
          <p:nvPr/>
        </p:nvSpPr>
        <p:spPr>
          <a:xfrm>
            <a:off x="7475024" y="5741323"/>
            <a:ext cx="2917092" cy="192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E8B985-3C6E-0ADF-79B9-643F2F5F2128}"/>
              </a:ext>
            </a:extLst>
          </p:cNvPr>
          <p:cNvSpPr/>
          <p:nvPr/>
        </p:nvSpPr>
        <p:spPr>
          <a:xfrm>
            <a:off x="7475024" y="3199866"/>
            <a:ext cx="2917092" cy="192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3E16493-BD29-D248-F37E-B420F93806B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448"/>
          <a:stretch/>
        </p:blipFill>
        <p:spPr>
          <a:xfrm>
            <a:off x="8845542" y="1951275"/>
            <a:ext cx="574113" cy="16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756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AF2DE-2164-48A5-6DE5-68DEDF5E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14. End-to-End Delay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825C32-E8D2-0078-1D09-54C9CA72E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ore-KR" altLang="en-US" dirty="0"/>
              <a:t>아래</a:t>
            </a:r>
            <a:r>
              <a:rPr kumimoji="1" lang="ko-KR" altLang="en-US" dirty="0"/>
              <a:t> 복잡한 </a:t>
            </a:r>
            <a:r>
              <a:rPr kumimoji="1" lang="en-US" altLang="ko-KR" dirty="0"/>
              <a:t>DAG </a:t>
            </a:r>
            <a:r>
              <a:rPr kumimoji="1" lang="ko-KR" altLang="en-US" dirty="0"/>
              <a:t>구조를 정의하고</a:t>
            </a:r>
            <a:r>
              <a:rPr kumimoji="1" lang="en-US" altLang="ko-KR" dirty="0"/>
              <a:t> Delay </a:t>
            </a:r>
            <a:r>
              <a:rPr kumimoji="1" lang="ko-KR" altLang="en-US" dirty="0"/>
              <a:t>측정 </a:t>
            </a:r>
            <a:endParaRPr kumimoji="1" lang="ko-Kore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FC6C2D9-678D-4597-4EA9-48A9B8EFF241}"/>
              </a:ext>
            </a:extLst>
          </p:cNvPr>
          <p:cNvSpPr/>
          <p:nvPr/>
        </p:nvSpPr>
        <p:spPr>
          <a:xfrm>
            <a:off x="3204069" y="3834569"/>
            <a:ext cx="707572" cy="7075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1</a:t>
            </a:r>
            <a:endParaRPr kumimoji="1" lang="ko-Kore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D9E1A20-5652-1FA3-101F-33C89906A074}"/>
              </a:ext>
            </a:extLst>
          </p:cNvPr>
          <p:cNvSpPr/>
          <p:nvPr/>
        </p:nvSpPr>
        <p:spPr>
          <a:xfrm>
            <a:off x="4869582" y="2588156"/>
            <a:ext cx="707572" cy="7075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2</a:t>
            </a:r>
            <a:endParaRPr kumimoji="1" lang="ko-Kore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72D038C-21FE-6C12-5711-5CC3A4C4C99C}"/>
              </a:ext>
            </a:extLst>
          </p:cNvPr>
          <p:cNvSpPr/>
          <p:nvPr/>
        </p:nvSpPr>
        <p:spPr>
          <a:xfrm>
            <a:off x="4869582" y="5330359"/>
            <a:ext cx="707572" cy="7075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5</a:t>
            </a:r>
            <a:endParaRPr kumimoji="1" lang="ko-Kore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F3B349A-CB90-D670-FA05-959DC98E26CB}"/>
              </a:ext>
            </a:extLst>
          </p:cNvPr>
          <p:cNvSpPr/>
          <p:nvPr/>
        </p:nvSpPr>
        <p:spPr>
          <a:xfrm>
            <a:off x="6614848" y="2588156"/>
            <a:ext cx="707572" cy="7075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3</a:t>
            </a:r>
            <a:endParaRPr kumimoji="1" lang="ko-Kore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4555B74-044F-690E-FB5E-F0809EBAF191}"/>
              </a:ext>
            </a:extLst>
          </p:cNvPr>
          <p:cNvSpPr/>
          <p:nvPr/>
        </p:nvSpPr>
        <p:spPr>
          <a:xfrm>
            <a:off x="6614848" y="5330359"/>
            <a:ext cx="707572" cy="7075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6</a:t>
            </a:r>
            <a:endParaRPr kumimoji="1" lang="ko-Kore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C1D8432-B7CF-2542-2434-4E4A39467F82}"/>
              </a:ext>
            </a:extLst>
          </p:cNvPr>
          <p:cNvSpPr/>
          <p:nvPr/>
        </p:nvSpPr>
        <p:spPr>
          <a:xfrm>
            <a:off x="8069982" y="3834569"/>
            <a:ext cx="707572" cy="7075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7</a:t>
            </a:r>
            <a:endParaRPr kumimoji="1" lang="ko-Kore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8F50BB1-9CE1-3D33-29B8-912254D77E2E}"/>
              </a:ext>
            </a:extLst>
          </p:cNvPr>
          <p:cNvSpPr/>
          <p:nvPr/>
        </p:nvSpPr>
        <p:spPr>
          <a:xfrm>
            <a:off x="5713430" y="3834569"/>
            <a:ext cx="707572" cy="7075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4</a:t>
            </a:r>
            <a:endParaRPr kumimoji="1" lang="ko-Kore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7C018AB-AED8-33A6-BBAC-03ADFC38ADE5}"/>
              </a:ext>
            </a:extLst>
          </p:cNvPr>
          <p:cNvCxnSpPr>
            <a:stCxn id="4" idx="7"/>
            <a:endCxn id="5" idx="2"/>
          </p:cNvCxnSpPr>
          <p:nvPr/>
        </p:nvCxnSpPr>
        <p:spPr>
          <a:xfrm flipV="1">
            <a:off x="3808019" y="2941942"/>
            <a:ext cx="1061563" cy="996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8E026F2-55D7-9113-A1BC-0EDBC211D6EC}"/>
              </a:ext>
            </a:extLst>
          </p:cNvPr>
          <p:cNvCxnSpPr>
            <a:cxnSpLocks/>
          </p:cNvCxnSpPr>
          <p:nvPr/>
        </p:nvCxnSpPr>
        <p:spPr>
          <a:xfrm>
            <a:off x="3944295" y="4180501"/>
            <a:ext cx="1769135" cy="5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63E1DF9-FC83-10C9-3A74-EE90DF59ED5B}"/>
              </a:ext>
            </a:extLst>
          </p:cNvPr>
          <p:cNvCxnSpPr>
            <a:cxnSpLocks/>
            <a:stCxn id="10" idx="6"/>
            <a:endCxn id="9" idx="2"/>
          </p:cNvCxnSpPr>
          <p:nvPr/>
        </p:nvCxnSpPr>
        <p:spPr>
          <a:xfrm>
            <a:off x="6421002" y="4188355"/>
            <a:ext cx="1648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A20C69E-68B0-B6A3-8700-6B59AB0A5CBA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5577154" y="2941942"/>
            <a:ext cx="1037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53DAB04-547F-423C-4CE9-4ED19ACEA0B9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7322420" y="2941942"/>
            <a:ext cx="851184" cy="996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5FDE7BC-48F5-76FE-9864-FFB1BA6ED943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3808019" y="4438519"/>
            <a:ext cx="1165185" cy="995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565D703-47A8-36F8-9232-CE244BDD2099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5577154" y="5684145"/>
            <a:ext cx="1037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D0FCB3A-A90C-75C6-6FA5-2BEE73E72009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7322420" y="4438519"/>
            <a:ext cx="851184" cy="1245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CF4A4C1-5920-0720-0784-285F9F42DCE2}"/>
              </a:ext>
            </a:extLst>
          </p:cNvPr>
          <p:cNvCxnSpPr>
            <a:cxnSpLocks/>
            <a:stCxn id="20" idx="3"/>
            <a:endCxn id="4" idx="2"/>
          </p:cNvCxnSpPr>
          <p:nvPr/>
        </p:nvCxnSpPr>
        <p:spPr>
          <a:xfrm>
            <a:off x="2698555" y="4188355"/>
            <a:ext cx="505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2038F9C-CA2C-1CFB-744B-B0119B9C1A9A}"/>
              </a:ext>
            </a:extLst>
          </p:cNvPr>
          <p:cNvSpPr txBox="1"/>
          <p:nvPr/>
        </p:nvSpPr>
        <p:spPr>
          <a:xfrm>
            <a:off x="1586456" y="4003689"/>
            <a:ext cx="111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 err="1"/>
              <a:t>ButtonISR</a:t>
            </a:r>
            <a:endParaRPr kumimoji="1" lang="ko-Kore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B65605-E114-DB25-A70E-3F9F5B0D3F72}"/>
              </a:ext>
            </a:extLst>
          </p:cNvPr>
          <p:cNvSpPr txBox="1"/>
          <p:nvPr/>
        </p:nvSpPr>
        <p:spPr>
          <a:xfrm>
            <a:off x="9209848" y="400368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 err="1"/>
              <a:t>TimerISR</a:t>
            </a:r>
            <a:endParaRPr kumimoji="1" lang="ko-Kore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A153C40-F6A7-D05E-036C-C913C96473D9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8777554" y="4188355"/>
            <a:ext cx="50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BD63FDB-42AB-D877-F155-80E4190AD039}"/>
              </a:ext>
            </a:extLst>
          </p:cNvPr>
          <p:cNvSpPr txBox="1"/>
          <p:nvPr/>
        </p:nvSpPr>
        <p:spPr>
          <a:xfrm>
            <a:off x="3351168" y="3258017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/>
              <a:t>UP or DOWN</a:t>
            </a:r>
            <a:endParaRPr kumimoji="1" lang="ko-Kore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B32F3-6084-C0D4-F197-FD7845C6649C}"/>
              </a:ext>
            </a:extLst>
          </p:cNvPr>
          <p:cNvSpPr txBox="1"/>
          <p:nvPr/>
        </p:nvSpPr>
        <p:spPr>
          <a:xfrm>
            <a:off x="3351168" y="4745119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/>
              <a:t>UP or DOWN</a:t>
            </a:r>
            <a:endParaRPr kumimoji="1" lang="ko-Kore-KR" altLang="en-US" dirty="0"/>
          </a:p>
        </p:txBody>
      </p:sp>
      <p:sp>
        <p:nvSpPr>
          <p:cNvPr id="26" name="모서리가 둥근 사각형 설명선[R] 25">
            <a:extLst>
              <a:ext uri="{FF2B5EF4-FFF2-40B4-BE49-F238E27FC236}">
                <a16:creationId xmlns:a16="http://schemas.microsoft.com/office/drawing/2014/main" id="{8DB4807E-B852-2813-7E0D-59C97E58D8BA}"/>
              </a:ext>
            </a:extLst>
          </p:cNvPr>
          <p:cNvSpPr/>
          <p:nvPr/>
        </p:nvSpPr>
        <p:spPr>
          <a:xfrm>
            <a:off x="8752235" y="1952384"/>
            <a:ext cx="2811306" cy="1241178"/>
          </a:xfrm>
          <a:prstGeom prst="wedgeRoundRectCallout">
            <a:avLst>
              <a:gd name="adj1" fmla="val -57617"/>
              <a:gd name="adj2" fmla="val 111595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세 입력이 모두 </a:t>
            </a:r>
            <a:r>
              <a:rPr kumimoji="1"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 </a:t>
            </a:r>
            <a:r>
              <a:rPr kumimoji="1" lang="ko-KR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혹은 </a:t>
            </a:r>
            <a:r>
              <a:rPr kumimoji="1"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DOWN</a:t>
            </a:r>
            <a:r>
              <a:rPr kumimoji="1" lang="ko-KR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이면 반응</a:t>
            </a:r>
            <a:endParaRPr kumimoji="1" lang="ko-Kore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768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Questions</a:t>
            </a:r>
          </a:p>
        </p:txBody>
      </p:sp>
      <p:pic>
        <p:nvPicPr>
          <p:cNvPr id="12" name="Picture 3" descr="MCj0363168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4326" y="2506664"/>
            <a:ext cx="1401763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10852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13465</TotalTime>
  <Words>910</Words>
  <Application>Microsoft Office PowerPoint</Application>
  <PresentationFormat>와이드스크린</PresentationFormat>
  <Paragraphs>262</Paragraphs>
  <Slides>17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Arial</vt:lpstr>
      <vt:lpstr>Consolas</vt:lpstr>
      <vt:lpstr>Tahoma</vt:lpstr>
      <vt:lpstr>Wingdings</vt:lpstr>
      <vt:lpstr>Office 테마</vt:lpstr>
      <vt:lpstr>Computing Platform for Autonomous Driving (CP4AD)</vt:lpstr>
      <vt:lpstr>Review. Priority Inversion</vt:lpstr>
      <vt:lpstr>Review. Deadlock</vt:lpstr>
      <vt:lpstr>12-1. IPCP</vt:lpstr>
      <vt:lpstr>12-1. IPCP</vt:lpstr>
      <vt:lpstr>12-1. IPCP</vt:lpstr>
      <vt:lpstr>12-2. IPCP</vt:lpstr>
      <vt:lpstr>12-2. IPCP</vt:lpstr>
      <vt:lpstr>13. Schedule Table</vt:lpstr>
      <vt:lpstr>13. Schedule Table</vt:lpstr>
      <vt:lpstr>14. End-to-End Delay</vt:lpstr>
      <vt:lpstr>14. End-to-End Delay</vt:lpstr>
      <vt:lpstr>14. End-to-End Delay</vt:lpstr>
      <vt:lpstr>14. End-to-End Delay</vt:lpstr>
      <vt:lpstr>14. End-to-End Delay</vt:lpstr>
      <vt:lpstr>14. End-to-End Delay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Operating System (Day 1 Lab)</dc:title>
  <dc:subject/>
  <dc:creator>jongchank</dc:creator>
  <cp:keywords/>
  <dc:description/>
  <cp:lastModifiedBy>김재혁(대학원생-자동차IT융합전공)</cp:lastModifiedBy>
  <cp:revision>909</cp:revision>
  <cp:lastPrinted>2018-03-07T02:55:25Z</cp:lastPrinted>
  <dcterms:created xsi:type="dcterms:W3CDTF">2018-03-06T00:24:46Z</dcterms:created>
  <dcterms:modified xsi:type="dcterms:W3CDTF">2024-03-26T02:56:53Z</dcterms:modified>
  <cp:category/>
</cp:coreProperties>
</file>